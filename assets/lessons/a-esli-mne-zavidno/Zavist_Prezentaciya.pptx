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39fe44e78e4358" /><Relationship Type="http://schemas.openxmlformats.org/officeDocument/2006/relationships/extended-properties" Target="/docProps/app.xml" Id="R81e2c00b3ddb4ffd" /><Relationship Type="http://schemas.openxmlformats.org/officeDocument/2006/relationships/officeDocument" Target="/ppt/presentation.xml" Id="Radc7fb7090f343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ab20ef57994ab7"/>
  </p:sldMasterIdLst>
  <p:notesMasterIdLst>
    <p:notesMasterId xmlns:r="http://schemas.openxmlformats.org/officeDocument/2006/relationships" r:id="R2989308553da499d"/>
  </p:notesMasterIdLst>
  <p:sldIdLst>
    <p:sldId xmlns:r="http://schemas.openxmlformats.org/officeDocument/2006/relationships" id="256" r:id="R93812477ae884ff7"/>
    <p:sldId xmlns:r="http://schemas.openxmlformats.org/officeDocument/2006/relationships" id="257" r:id="R9fa4450ac5a6445b"/>
    <p:sldId xmlns:r="http://schemas.openxmlformats.org/officeDocument/2006/relationships" id="258" r:id="R2c9de185095943a9"/>
    <p:sldId xmlns:r="http://schemas.openxmlformats.org/officeDocument/2006/relationships" id="259" r:id="R4d2165f2f3304adb"/>
    <p:sldId xmlns:r="http://schemas.openxmlformats.org/officeDocument/2006/relationships" id="260" r:id="Rfde86ca551ed4060"/>
    <p:sldId xmlns:r="http://schemas.openxmlformats.org/officeDocument/2006/relationships" id="261" r:id="Rb760306b6f3446f2"/>
    <p:sldId xmlns:r="http://schemas.openxmlformats.org/officeDocument/2006/relationships" id="262" r:id="R93c8523a40e648c1"/>
    <p:sldId xmlns:r="http://schemas.openxmlformats.org/officeDocument/2006/relationships" id="263" r:id="R3d9cc771165b48f8"/>
    <p:sldId xmlns:r="http://schemas.openxmlformats.org/officeDocument/2006/relationships" id="264" r:id="R97834472db3f4475"/>
    <p:sldId xmlns:r="http://schemas.openxmlformats.org/officeDocument/2006/relationships" id="265" r:id="R988fba460db648d1"/>
    <p:sldId xmlns:r="http://schemas.openxmlformats.org/officeDocument/2006/relationships" id="266" r:id="Rcda123b940f34195"/>
    <p:sldId xmlns:r="http://schemas.openxmlformats.org/officeDocument/2006/relationships" id="267" r:id="Rdf6c2de14dae42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de251ee26c42a7" /><Relationship Type="http://schemas.openxmlformats.org/officeDocument/2006/relationships/slideMaster" Target="/ppt/slideMasters/slideMaster1.xml" Id="R78ab20ef57994ab7" /><Relationship Type="http://schemas.openxmlformats.org/officeDocument/2006/relationships/notesMaster" Target="/ppt/notesMasters/notesMaster1.xml" Id="R2989308553da499d" /><Relationship Type="http://schemas.openxmlformats.org/officeDocument/2006/relationships/presProps" Target="/ppt/presProps.xml" Id="R3df1d824454d4f8a" /><Relationship Type="http://schemas.openxmlformats.org/officeDocument/2006/relationships/tableStyles" Target="/ppt/tableStyles.xml" Id="Rd314498365e34c73" /><Relationship Type="http://schemas.openxmlformats.org/officeDocument/2006/relationships/slide" Target="/ppt/slides/slide1.xml" Id="R93812477ae884ff7" /><Relationship Type="http://schemas.openxmlformats.org/officeDocument/2006/relationships/slide" Target="/ppt/slides/slide2.xml" Id="R9fa4450ac5a6445b" /><Relationship Type="http://schemas.openxmlformats.org/officeDocument/2006/relationships/slide" Target="/ppt/slides/slide3.xml" Id="R2c9de185095943a9" /><Relationship Type="http://schemas.openxmlformats.org/officeDocument/2006/relationships/slide" Target="/ppt/slides/slide4.xml" Id="R4d2165f2f3304adb" /><Relationship Type="http://schemas.openxmlformats.org/officeDocument/2006/relationships/slide" Target="/ppt/slides/slide5.xml" Id="Rfde86ca551ed4060" /><Relationship Type="http://schemas.openxmlformats.org/officeDocument/2006/relationships/slide" Target="/ppt/slides/slide6.xml" Id="Rb760306b6f3446f2" /><Relationship Type="http://schemas.openxmlformats.org/officeDocument/2006/relationships/slide" Target="/ppt/slides/slide7.xml" Id="R93c8523a40e648c1" /><Relationship Type="http://schemas.openxmlformats.org/officeDocument/2006/relationships/slide" Target="/ppt/slides/slide8.xml" Id="R3d9cc771165b48f8" /><Relationship Type="http://schemas.openxmlformats.org/officeDocument/2006/relationships/slide" Target="/ppt/slides/slide9.xml" Id="R97834472db3f4475" /><Relationship Type="http://schemas.openxmlformats.org/officeDocument/2006/relationships/slide" Target="/ppt/slides/slide10.xml" Id="R988fba460db648d1" /><Relationship Type="http://schemas.openxmlformats.org/officeDocument/2006/relationships/slide" Target="/ppt/slides/slide11.xml" Id="Rcda123b940f34195" /><Relationship Type="http://schemas.openxmlformats.org/officeDocument/2006/relationships/slide" Target="/ppt/slides/slide12.xml" Id="Rdf6c2de14dae42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c9f1b856d24f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8345a88d3e4d51" /><Relationship Type="http://schemas.openxmlformats.org/officeDocument/2006/relationships/notesMaster" Target="/ppt/notesMasters/notesMaster1.xml" Id="R9abf7fced0834a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359a27bdd54e05" /><Relationship Type="http://schemas.openxmlformats.org/officeDocument/2006/relationships/notesMaster" Target="/ppt/notesMasters/notesMaster1.xml" Id="Rbbf0ff0eba4047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142b3244b44187" /><Relationship Type="http://schemas.openxmlformats.org/officeDocument/2006/relationships/notesMaster" Target="/ppt/notesMasters/notesMaster1.xml" Id="Rbd4ccdd14bcd4b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9757cf1b5c4ae0" /><Relationship Type="http://schemas.openxmlformats.org/officeDocument/2006/relationships/notesMaster" Target="/ppt/notesMasters/notesMaster1.xml" Id="R1f432482100547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1b70b10d164007" /><Relationship Type="http://schemas.openxmlformats.org/officeDocument/2006/relationships/notesMaster" Target="/ppt/notesMasters/notesMaster1.xml" Id="Reabce3ac5b4849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f476f115014d6d" /><Relationship Type="http://schemas.openxmlformats.org/officeDocument/2006/relationships/notesMaster" Target="/ppt/notesMasters/notesMaster1.xml" Id="R179d83e70a8641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4c6a5d7dd74da9" /><Relationship Type="http://schemas.openxmlformats.org/officeDocument/2006/relationships/notesMaster" Target="/ppt/notesMasters/notesMaster1.xml" Id="R4f24ea26caec47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c2ccc989f64831" /><Relationship Type="http://schemas.openxmlformats.org/officeDocument/2006/relationships/notesMaster" Target="/ppt/notesMasters/notesMaster1.xml" Id="R7a6dd3622a6845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22b8ccad51448e" /><Relationship Type="http://schemas.openxmlformats.org/officeDocument/2006/relationships/notesMaster" Target="/ppt/notesMasters/notesMaster1.xml" Id="Rede2bfbf44ff4f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47d1de2da4448c" /><Relationship Type="http://schemas.openxmlformats.org/officeDocument/2006/relationships/notesMaster" Target="/ppt/notesMasters/notesMaster1.xml" Id="Rdc5befd172444a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19e7bc7c3844da" /><Relationship Type="http://schemas.openxmlformats.org/officeDocument/2006/relationships/notesMaster" Target="/ppt/notesMasters/notesMaster1.xml" Id="R4b60c2162e5d42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f5d259f137448f" /><Relationship Type="http://schemas.openxmlformats.org/officeDocument/2006/relationships/notesMaster" Target="/ppt/notesMasters/notesMaster1.xml" Id="R971fa5a46b2c4e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1. 2 мин.</a:t>
            </a:r>
          </a:p>
          <a:p xmlns:a="http://schemas.openxmlformats.org/drawingml/2006/main">
            <a:r>
              <a:t>Реплика: Другого похвалили, а мне стало неприятно. Можно честно заметить это чувство и выбрать, что делать дальше. Сегодня не будем сравнивать, кто из нас лучше.</a:t>
            </a:r>
          </a:p>
          <a:p xmlns:a="http://schemas.openxmlformats.org/drawingml/2006/main">
            <a:r>
              <a:t>Как провести: Предложите два вымышленных примера: «Хочу так же научиться» и «Хочу, чтобы его работа провалилась». Попросите два коротких объяснения разницы. Объявите тему Иосифа и братьев.</a:t>
            </a:r>
          </a:p>
          <a:p xmlns:a="http://schemas.openxmlformats.org/drawingml/2006/main">
            <a:r>
              <a:t>Вопрос: Одинаковы ли эти два желания?</a:t>
            </a:r>
          </a:p>
          <a:p xmlns:a="http://schemas.openxmlformats.org/drawingml/2006/main">
            <a:r>
              <a:t>Ориентир: Желание научиться направлено на свой рост. Желание чужой неудачи отнимает у другого добро. Чувство можно заметить до вредного поступка.</a:t>
            </a:r>
          </a:p>
          <a:p xmlns:a="http://schemas.openxmlformats.org/drawingml/2006/main">
            <a:r>
              <a:t>Ритм: 30 секунд — вход; 1 минута — два примера; 30 секунд — переход.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https://bible.by/syn/1/37/. Групповые библейские кадры показывают часть семьи. Финал главы — горе Иакова и продажа Иосифа Потифару.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2. 8 мин.</a:t>
            </a:r>
          </a:p>
          <a:p xmlns:a="http://schemas.openxmlformats.org/drawingml/2006/main">
            <a:r>
              <a:t>Реплика: Прочитаем всю 37-ю главу Бытия. Заметьте, что происходило в семье и какие решения приняли братья. Сразу после чтения разыграем историю.</a:t>
            </a:r>
          </a:p>
          <a:p xmlns:a="http://schemas.openxmlformats.org/drawingml/2006/main">
            <a:r>
              <a:t>Как провести: Прочитайте подряд все 36 стихов из приложения. Семь участников получают роли заранее. Во время чтения слушатели следят за одеждой, словами братьев и финалом; вопросы оставьте до окончания сценки.</a:t>
            </a:r>
          </a:p>
          <a:p xmlns:a="http://schemas.openxmlformats.org/drawingml/2006/main">
            <a:r>
              <a:t>Вопрос: Задание слушателям: заметить решения и последствия.</a:t>
            </a:r>
          </a:p>
          <a:p xmlns:a="http://schemas.openxmlformats.org/drawingml/2006/main">
            <a:r>
              <a:t>Ориентир: Отец выделяет Иосифа; братья ненавидят и завидуют ему. Они бросают его в ров, продают, обманывают отца. Глава заканчивается продажей Иосифа в Египте.</a:t>
            </a:r>
          </a:p>
          <a:p xmlns:a="http://schemas.openxmlformats.org/drawingml/2006/main">
            <a:r>
              <a:t>Ритм: До 7 минут — полное чтение; 1 минута — открыть сценку.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Полная глава: Быт. 37:1–36. Синодальный перевод.</a:t>
            </a:r>
          </a:p>
          <a:p xmlns:a="http://schemas.openxmlformats.org/drawingml/2006/main">
            <a:r>
              <a:t>1. Иаков жил в земле странствования отца своего, в земле Ханаанской.</a:t>
            </a:r>
          </a:p>
          <a:p xmlns:a="http://schemas.openxmlformats.org/drawingml/2006/main">
            <a:r>
              <a:t>2. Вот житие Иакова. Иосиф, семнадцати лет, пас скот вместе с братьями своими, будучи отроком, с сыновьями Валлы и с сыновьями Зелфы, жён отца своего. И доводил Иосиф худые о них слухи до отца их.</a:t>
            </a:r>
          </a:p>
          <a:p xmlns:a="http://schemas.openxmlformats.org/drawingml/2006/main">
            <a:r>
              <a:t>3. Израиль любил Иосифа более всех сыновей своих, потому что он был сын старости его, — и сделал ему разноцветную одежду.</a:t>
            </a:r>
          </a:p>
          <a:p xmlns:a="http://schemas.openxmlformats.org/drawingml/2006/main">
            <a:r>
              <a:t>4. И увидели братья его, что отец их любит его более всех братьев его; и возненавидели его и не могли говорить с ним дружелюбно.</a:t>
            </a:r>
          </a:p>
          <a:p xmlns:a="http://schemas.openxmlformats.org/drawingml/2006/main">
            <a:r>
              <a:t>5. И видел Иосиф сон, и рассказал братьям своим: и они возненавидели его ещё более.</a:t>
            </a:r>
          </a:p>
          <a:p xmlns:a="http://schemas.openxmlformats.org/drawingml/2006/main">
            <a:r>
              <a:t>6. Он сказал им: выслушайте сон, который я видел:</a:t>
            </a:r>
          </a:p>
          <a:p xmlns:a="http://schemas.openxmlformats.org/drawingml/2006/main">
            <a:r>
              <a:t>7. вот, мы вяжем снопы посреди поля; и вот, мой сноп встал и стал прямо; и вот, ваши снопы стали кругом и поклонились моему снопу.</a:t>
            </a:r>
          </a:p>
          <a:p xmlns:a="http://schemas.openxmlformats.org/drawingml/2006/main">
            <a:r>
              <a:t>8. И сказали ему братья его: неужели ты будешь царствовать над нами? неужели будешь владеть нами? И возненавидели его ещё более за сны его и за слова его.</a:t>
            </a:r>
          </a:p>
          <a:p xmlns:a="http://schemas.openxmlformats.org/drawingml/2006/main">
            <a:r>
              <a:t>9. И видел он ещё другой сон, и рассказал его братьям своим, говоря: вот, я видел ещё сон: вот, солнце и луна и одиннадцать звёзд поклоняются мне.</a:t>
            </a:r>
          </a:p>
          <a:p xmlns:a="http://schemas.openxmlformats.org/drawingml/2006/main">
            <a:r>
              <a:t>10. И он рассказал отцу своему и братьям своим; и побранил его отец его и сказал ему: что это за сон, который ты видел? неужели я и твоя мать, и твои братья придём поклониться тебе до земли?</a:t>
            </a:r>
          </a:p>
          <a:p xmlns:a="http://schemas.openxmlformats.org/drawingml/2006/main">
            <a:r>
              <a:t>11. Братья его досадовали на него, а отец его заметил это слово.</a:t>
            </a:r>
          </a:p>
          <a:p xmlns:a="http://schemas.openxmlformats.org/drawingml/2006/main">
            <a:r>
              <a:t>12. Братья его пошли пасти скот отца своего в Сихем.</a:t>
            </a:r>
          </a:p>
          <a:p xmlns:a="http://schemas.openxmlformats.org/drawingml/2006/main">
            <a:r>
              <a:t>13. И сказал Израиль Иосифу: братья твои не пасут ли в Сихеме? пойди, я пошлю тебя к ним. Он отвечал ему: вот я.</a:t>
            </a:r>
          </a:p>
          <a:p xmlns:a="http://schemas.openxmlformats.org/drawingml/2006/main">
            <a:r>
              <a:t>14. Израиль сказал ему: пойди, посмотри, здоровы ли братья твои и цел ли скот, и принеси мне ответ. И послал его из долины Хевронской; и он пришёл в Сихем.</a:t>
            </a:r>
          </a:p>
          <a:p xmlns:a="http://schemas.openxmlformats.org/drawingml/2006/main">
            <a:r>
              <a:t>15. И нашёл его некто блуждающим в поле, и спросил его тот человек, говоря: чего ты ищешь?</a:t>
            </a:r>
          </a:p>
          <a:p xmlns:a="http://schemas.openxmlformats.org/drawingml/2006/main">
            <a:r>
              <a:t>16. Он сказал: я ищу братьев моих; скажи мне, где они пасут?</a:t>
            </a:r>
          </a:p>
          <a:p xmlns:a="http://schemas.openxmlformats.org/drawingml/2006/main">
            <a:r>
              <a:t>17. И сказал тот человек: они ушли отсюда, ибо я слышал, как они говорили: «пойдём в Дофан». И пошёл Иосиф за братьями своими и нашёл их в Дофане.</a:t>
            </a:r>
          </a:p>
          <a:p xmlns:a="http://schemas.openxmlformats.org/drawingml/2006/main">
            <a:r>
              <a:t>18. И увидели они его издали, и прежде нежели он приблизился к ним, стали умышлять против него, чтобы убить его.</a:t>
            </a:r>
          </a:p>
          <a:p xmlns:a="http://schemas.openxmlformats.org/drawingml/2006/main">
            <a:r>
              <a:t>19. И сказали друг другу: вот, идёт сновидец;</a:t>
            </a:r>
          </a:p>
          <a:p xmlns:a="http://schemas.openxmlformats.org/drawingml/2006/main">
            <a:r>
              <a:t>20. пойдём теперь, и убьём его, и бросим его в какой-нибудь ров, и скажем, что хищный зверь съел его; и увидим, что будет из его снов.</a:t>
            </a:r>
          </a:p>
          <a:p xmlns:a="http://schemas.openxmlformats.org/drawingml/2006/main">
            <a:r>
              <a:t>21. И услышал сие Рувим и избавил его от рук их, сказав: не убьём его.</a:t>
            </a:r>
          </a:p>
          <a:p xmlns:a="http://schemas.openxmlformats.org/drawingml/2006/main">
            <a:r>
              <a:t>22. И сказал им Рувим: не проливайте крови; бросьте его в ров, который в пустыне, а руки не налагайте на него. Сие говорил он, чтобы избавить его от рук их и возвратить его к отцу его.</a:t>
            </a:r>
          </a:p>
          <a:p xmlns:a="http://schemas.openxmlformats.org/drawingml/2006/main">
            <a:r>
              <a:t>23. Когда Иосиф пришёл к братьям своим, они сняли с Иосифа одежду его, одежду разноцветную, которая была на нём,</a:t>
            </a:r>
          </a:p>
          <a:p xmlns:a="http://schemas.openxmlformats.org/drawingml/2006/main">
            <a:r>
              <a:t>24. и взяли его и бросили его в ров; ров же тот был пуст; воды в нём не было.</a:t>
            </a:r>
          </a:p>
          <a:p xmlns:a="http://schemas.openxmlformats.org/drawingml/2006/main">
            <a:r>
              <a:t>25. И сели они есть хлеб, и, взглянув, увидели, вот, идёт из Галаада караван Измаильтян, и верблюды их несут стираксу, бальзам и ладан: идут они отвезти это в Египет.</a:t>
            </a:r>
          </a:p>
          <a:p xmlns:a="http://schemas.openxmlformats.org/drawingml/2006/main">
            <a:r>
              <a:t>26. И сказал Иуда братьям своим: что пользы, если мы убьём брата нашего и скроем кровь его?</a:t>
            </a:r>
          </a:p>
          <a:p xmlns:a="http://schemas.openxmlformats.org/drawingml/2006/main">
            <a:r>
              <a:t>27. Пойдём, продадим его Измаильтянам, а руки наши да не будут на нём, ибо он брат наш, плоть наша. Братья его послушались.</a:t>
            </a:r>
          </a:p>
          <a:p xmlns:a="http://schemas.openxmlformats.org/drawingml/2006/main">
            <a:r>
              <a:t>28. И, когда проходили купцы Мадиамские, вытащили Иосифа изо рва и продали Иосифа Измаильтянам за двадцать сребреников; а они отвели Иосифа в Египет.</a:t>
            </a:r>
          </a:p>
          <a:p xmlns:a="http://schemas.openxmlformats.org/drawingml/2006/main">
            <a:r>
              <a:t>29. Рувим же пришёл опять ко рву; и вот, нет Иосифа во рве. И разодрал он одежды свои,</a:t>
            </a:r>
          </a:p>
          <a:p xmlns:a="http://schemas.openxmlformats.org/drawingml/2006/main">
            <a:r>
              <a:t>30. и возвратился к братьям своим, и сказал: отрока нет, а я, куда я денусь?</a:t>
            </a:r>
          </a:p>
          <a:p xmlns:a="http://schemas.openxmlformats.org/drawingml/2006/main">
            <a:r>
              <a:t>31. И взяли одежду Иосифа, и закололи козла, и вымарали одежду кровью;</a:t>
            </a:r>
          </a:p>
          <a:p xmlns:a="http://schemas.openxmlformats.org/drawingml/2006/main">
            <a:r>
              <a:t>32. и послали разноцветную одежду, и доставили к отцу своему, и сказали: мы это нашли; посмотри, сына ли твоего эта одежда, или нет.</a:t>
            </a:r>
          </a:p>
          <a:p xmlns:a="http://schemas.openxmlformats.org/drawingml/2006/main">
            <a:r>
              <a:t>33. Он узнал её и сказал: это одежда сына моего; хищный зверь съел его; верно, растерзан Иосиф.</a:t>
            </a:r>
          </a:p>
          <a:p xmlns:a="http://schemas.openxmlformats.org/drawingml/2006/main">
            <a:r>
              <a:t>34. И разодрал Иаков одежды свои, и возложил вретище на чресла свои, и оплакивал сына своего многие дни.</a:t>
            </a:r>
          </a:p>
          <a:p xmlns:a="http://schemas.openxmlformats.org/drawingml/2006/main">
            <a:r>
              <a:t>35. И собрались все сыновья его и все дочери его, чтобы утешить его; но он не хотел утешиться и сказал: с печалью сойду к сыну моему в преисподнюю. Так оплакивал его отец его.</a:t>
            </a:r>
          </a:p>
          <a:p xmlns:a="http://schemas.openxmlformats.org/drawingml/2006/main">
            <a:r>
              <a:t>36. Мадианитяне же продали его в Египте Потифару, царедворцу фараонову, начальнику телохранителей.</a:t>
            </a:r>
          </a:p>
          <a:p xmlns:a="http://schemas.openxmlformats.org/drawingml/2006/main">
            <a:r>
              <a:t>Библейский источник: https://bible.by/syn/1/37/. Групповые библейские кадры показывают часть семьи. Финал главы — горе Иакова и продажа Иосифа Потифару.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3. 5 мин.</a:t>
            </a:r>
          </a:p>
          <a:p xmlns:a="http://schemas.openxmlformats.org/drawingml/2006/main">
            <a:r>
              <a:t>Реплика: Рассказчик, Иосиф, Иаков, Рувим, Иуда, брат и торговец. Разыграем четыре эпизода. Остальные наблюдают: где было возможно другое решение?</a:t>
            </a:r>
          </a:p>
          <a:p xmlns:a="http://schemas.openxmlformats.org/drawingml/2006/main">
            <a:r>
              <a:t>Как провести: Проведите сценку по приложенному тексту: одежда и сны; замысел и слова Рувима; предложение Иуды и продажа; одежда у отца и Египет. Роль «брат» передаёт часть общих слов братьев. После финала участники садятся.</a:t>
            </a:r>
          </a:p>
          <a:p xmlns:a="http://schemas.openxmlformats.org/drawingml/2006/main">
            <a:r>
              <a:t>Вопрос: Наблюдаем до окончания сценки.</a:t>
            </a:r>
          </a:p>
          <a:p xmlns:a="http://schemas.openxmlformats.org/drawingml/2006/main">
            <a:r>
              <a:t>Ориентир: Рувим хочет вернуть Иосифа отцу; Иуда предлагает продажу. Продажа не становится добрым поступком оттого, что Иосифа не убили. Семья остаётся в горе.</a:t>
            </a:r>
          </a:p>
          <a:p xmlns:a="http://schemas.openxmlformats.org/drawingml/2006/main">
            <a:r>
              <a:t>Ритм: 30 секунд — места; 4 минуты — эпизоды; 30 секунд — возвращение.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Полная сценка, семь ролей:</a:t>
            </a:r>
          </a:p>
          <a:p xmlns:a="http://schemas.openxmlformats.org/drawingml/2006/main">
            <a:r>
              <a:t>Рассказчик: Эпизод 1. «Иосифу семнадцать лет. Иаков любил его более других сыновей и сделал ему разноцветную одежду. Братья не могли говорить с ним дружелюбно». Иаков передаёт Иосифу цветную ткань.</a:t>
            </a:r>
          </a:p>
          <a:p xmlns:a="http://schemas.openxmlformats.org/drawingml/2006/main">
            <a:r>
              <a:t>Иосиф: «Послушайте сон: мы вязали снопы; мой сноп встал, а ваши поклонились ему». Пересказ Быт. 37:6–7. Брат: «Неужели ты будешь царствовать над нами?» — ст. 8.</a:t>
            </a:r>
          </a:p>
          <a:p xmlns:a="http://schemas.openxmlformats.org/drawingml/2006/main">
            <a:r>
              <a:t>Иосиф и Иаков: Иосиф: «Ещё сон: солнце, луна и одиннадцать звёзд поклонились мне». Пересказ ст. 9. Иаков: «Неужели я и твоя мать, и твои братья придём поклониться тебе?» Пересказ ст. 10. Рассказчик: «Братья завидовали; отец запомнил эти слова. Позже он послал Иосифа узнать о братьях и стадах».</a:t>
            </a:r>
          </a:p>
          <a:p xmlns:a="http://schemas.openxmlformats.org/drawingml/2006/main">
            <a:r>
              <a:t>Брат и Рувим: Эпизод 2. Брат: «Вот, идет сновидец; пойдем теперь, и убьем его, и бросим его в какой-нибудь ров» — начало ст. 19–20. Рувим: «Не убьем его… не проливайте крови». Ст. 21–22. Рассказчик: «Рувим хотел избавить его и вернуть отцу. Братья сняли одежду и бросили Иосифа в ров. Воды в нём не было». Иосиф кладёт ткань на стул и садится рядом; учитель показывает рисунок 13.</a:t>
            </a:r>
          </a:p>
          <a:p xmlns:a="http://schemas.openxmlformats.org/drawingml/2006/main">
            <a:r>
              <a:t>Иуда: Эпизод 3. «Что пользы, если мы убьем брата нашего и скроем кровь его? Пойдем, продадим его Измаильтянам, а руки наши да не будут на нем, ибо он брат наш, плоть наша». Ст. 26–27. Рассказчик: «Братья послушались. Иосифа вытащили из рва и продали за двадцать сребреников; его повели в Египет». Торговец подходит, Иосиф встаёт и уходит с ним к рисунку 04.</a:t>
            </a:r>
          </a:p>
          <a:p xmlns:a="http://schemas.openxmlformats.org/drawingml/2006/main">
            <a:r>
              <a:t>Рувим: «Отрока нет, а я, куда я денусь?» — ст. 30. Рассказчик: «Рувим вернулся ко рву, но Иосифа там уже не было». Рувим смотрит на пустое место и подходит к братьям.</a:t>
            </a:r>
          </a:p>
          <a:p xmlns:a="http://schemas.openxmlformats.org/drawingml/2006/main">
            <a:r>
              <a:t>Брат и Иаков: Эпизод 4. Рассказчик: «Братья закололи козла, испачкали одежду его кровью и послали отцу». Брат передаёт ткань Иакову: «Мы это нашли; посмотри, сына ли твоего эта одежда, или нет». Ст. 32. Иаков: «Это одежда сына моего; хищный зверь съел его; верно, растерзан Иосиф». Ст. 33. Иаков садится, держит ткань. Учитель показывает рисунок 14.</a:t>
            </a:r>
          </a:p>
          <a:p xmlns:a="http://schemas.openxmlformats.org/drawingml/2006/main">
            <a:r>
              <a:t>Рассказчик: «Иаков долго плакал; он не хотел утешиться. В Египте Иосифа продали Потифару, царедворцу фараона, начальнику телохранителей». Быт. 37:34–36, пересказ. Остановите сценку на этом финале. Здесь ещё нет встречи братьев, прощения или возвышения Иосифа.</a:t>
            </a:r>
          </a:p>
          <a:p xmlns:a="http://schemas.openxmlformats.org/drawingml/2006/main">
            <a:r>
              <a:t>Библейский источник: https://bible.by/syn/1/37/. Групповые библейские кадры показывают часть семьи. Финал главы — горе Иакова и продажа Иосифа Потифару.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4. 3 мин.</a:t>
            </a:r>
          </a:p>
          <a:p xmlns:a="http://schemas.openxmlformats.org/drawingml/2006/main">
            <a:r>
              <a:t>Реплика: Разложите четыре события. Выберите одно место, где братья могли остановить зло. Объясните, что можно было сделать вместо этого.</a:t>
            </a:r>
          </a:p>
          <a:p xmlns:a="http://schemas.openxmlformats.org/drawingml/2006/main">
            <a:r>
              <a:t>Как провести: Пары раскладывают карточки событий. Один называет решение, другой — последствие. Затем две пары предлагают иной поступок до продажи: не нападать, вернуть одежду, поговорить с отцом о предпочтении.</a:t>
            </a:r>
          </a:p>
          <a:p xmlns:a="http://schemas.openxmlformats.org/drawingml/2006/main">
            <a:r>
              <a:t>Вопрос: Какая боль могла быть настоящей? Какое действие причиняло новую боль?</a:t>
            </a:r>
          </a:p>
          <a:p xmlns:a="http://schemas.openxmlformats.org/drawingml/2006/main">
            <a:r>
              <a:t>Ориентир: Предпочтение отца могло ранить братьев. Но унижение Иосифа, продажа и обман — их ответственность. Иосиф не виноват в том, что с ним сделали.</a:t>
            </a:r>
          </a:p>
          <a:p xmlns:a="http://schemas.openxmlformats.org/drawingml/2006/main">
            <a:r>
              <a:t>Ритм: 1 минута — порядок; 1 минута — два ответа; 1 минута — возможный иной шаг.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https://bible.by/syn/1/37/. Групповые библейские кадры показывают часть семьи. Финал главы — горе Иакова и продажа Иосифа Потифару.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5. 3 мин.</a:t>
            </a:r>
          </a:p>
          <a:p xmlns:a="http://schemas.openxmlformats.org/drawingml/2006/main">
            <a:r>
              <a:t>Реплика: Различим три вещи: желание научиться, боль от сравнения и желание чужой неудачи. Затем найдём поступки, которые питают зависть или помогают выйти из неё.</a:t>
            </a:r>
          </a:p>
          <a:p xmlns:a="http://schemas.openxmlformats.org/drawingml/2006/main">
            <a:r>
              <a:t>Как провести: Каждая пара берёт шесть карточек. Разложите первые три как переживания, остальные как действия; назовите смысл каждой. Одну вредную фразу замените честной и доброй. Две пары читают замену.</a:t>
            </a:r>
          </a:p>
          <a:p xmlns:a="http://schemas.openxmlformats.org/drawingml/2006/main">
            <a:r>
              <a:t>Вопрос: Всегда ли обида на несправедливость означает зависть?</a:t>
            </a:r>
          </a:p>
          <a:p xmlns:a="http://schemas.openxmlformats.org/drawingml/2006/main">
            <a:r>
              <a:t>Ориентир: Нет. Можно справедливо просить признать свой вклад. Зависть может появиться рядом с обидой, но добиваться справедливости можно без унижения другого.</a:t>
            </a:r>
          </a:p>
          <a:p xmlns:a="http://schemas.openxmlformats.org/drawingml/2006/main">
            <a:r>
              <a:t>Ритм: 1 минута — различить; 1 минута — замена; 1 минута — два ответа.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https://bible.by/syn/1/37/. Групповые библейские кадры показывают часть семьи. Финал главы — горе Иакова и продажа Иосифа Потифару.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6. 4 мин.</a:t>
            </a:r>
          </a:p>
          <a:p xmlns:a="http://schemas.openxmlformats.org/drawingml/2006/main">
            <a:r>
              <a:t>Реплика: Чужой успех может подсказать, чему я хочу научиться. Его дар не отменяет моих даров. Попробуем заменить обесценивание конкретным шагом.</a:t>
            </a:r>
          </a:p>
          <a:p xmlns:a="http://schemas.openxmlformats.org/drawingml/2006/main">
            <a:r>
              <a:t>Как провести: Пара выбирает карточку «Скажу, что её работа плохая». Каждый по очереди говорит честную замену: «Мне завидно; я не буду обесценивать. Попрошу показать приём и потренируюсь». В два поля запишите замену и небольшой шаг роста.</a:t>
            </a:r>
          </a:p>
          <a:p xmlns:a="http://schemas.openxmlformats.org/drawingml/2006/main">
            <a:r>
              <a:t>Вопрос: Что я могу сделать сам, вместо пожелания чужой неудачи?</a:t>
            </a:r>
          </a:p>
          <a:p xmlns:a="http://schemas.openxmlformats.org/drawingml/2006/main">
            <a:r>
              <a:t>Ориентир: Учиться, упражняться, благодарить за свой дар, признать чужой труд, попросить совета. Выбрать добрый поступок возможно, даже если чувство ещё не прошло.</a:t>
            </a:r>
          </a:p>
          <a:p xmlns:a="http://schemas.openxmlformats.org/drawingml/2006/main">
            <a:r>
              <a:t>Ритм: 1 минута — образец; 2 минуты — оба участника пробуют; 1 минута — запись.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https://bible.by/syn/1/37/. Групповые библейские кадры показывают часть семьи. Финал главы — горе Иакова и продажа Иосифа Потифару.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7. 5 мин.</a:t>
            </a:r>
          </a:p>
          <a:p xmlns:a="http://schemas.openxmlformats.org/drawingml/2006/main">
            <a:r>
              <a:t>Реплика: На общем плакате похвалили Олин рисунок. Диме завидно; его фотографии тоже использованы. У каждого одно сведение. Услышьте всех и составьте справедливый план.</a:t>
            </a:r>
          </a:p>
          <a:p xmlns:a="http://schemas.openxmlformats.org/drawingml/2006/main">
            <a:r>
              <a:t>Как провести: Команды по четыре получают по одному сведе́нию на участника. Каждый читает своё вслух. Команда записывает: что сохранить, что исправить, с кем поговорить. Один представитель читает план. Новое условие пока не открывайте.</a:t>
            </a:r>
          </a:p>
          <a:p xmlns:a="http://schemas.openxmlformats.org/drawingml/2006/main">
            <a:r>
              <a:t>Вопрос: Как признать Димин вклад и сохранить признание Олиного?</a:t>
            </a:r>
          </a:p>
          <a:p xmlns:a="http://schemas.openxmlformats.org/drawingml/2006/main">
            <a:r>
              <a:t>Ориентир: Сохранить рисунок и фотографии, добавить подпись автора фото, поговорить с учителем и Олей без обвинения. Не требовать убрать её имя или отменить заслуженную похвалу.</a:t>
            </a:r>
          </a:p>
          <a:p xmlns:a="http://schemas.openxmlformats.org/drawingml/2006/main">
            <a:r>
              <a:t>Ритм: 1 минута — сведения; 3 минуты — план; 1 минута — один ответ.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Четыре отдельных командных сведения:</a:t>
            </a:r>
          </a:p>
          <a:p xmlns:a="http://schemas.openxmlformats.org/drawingml/2006/main">
            <a:r>
              <a:t>1. Чужой успех: Для общего плаката выбрали Олин рисунок. Учитель похвалил её перед классом. Диме стало завидно: он тоже хотел признания.</a:t>
            </a:r>
          </a:p>
          <a:p xmlns:a="http://schemas.openxmlformats.org/drawingml/2006/main">
            <a:r>
              <a:t>2. Неучтённый вклад: На плакате использованы Димины фотографии. Подпись фотографа пропущена. Дима вправе попросить признать свой вклад.</a:t>
            </a:r>
          </a:p>
          <a:p xmlns:a="http://schemas.openxmlformats.org/drawingml/2006/main">
            <a:r>
              <a:t>3. Кто делал плакат: Оля нарисовала картину. Подписи и размещение собирал другой участник. Пока неизвестно, знает ли Оля об отсутствии имени Димы.</a:t>
            </a:r>
          </a:p>
          <a:p xmlns:a="http://schemas.openxmlformats.org/drawingml/2006/main">
            <a:r>
              <a:t>4. Время и помощь: Плакат нужно сдать через 15 минут. Учитель рядом; подпись можно добавить. Перерисовать весь плакат за это время не получится.</a:t>
            </a:r>
          </a:p>
          <a:p xmlns:a="http://schemas.openxmlformats.org/drawingml/2006/main">
            <a:r>
              <a:t>Библейский источник: https://bible.by/syn/1/37/. Групповые библейские кадры показывают часть семьи. Финал главы — горе Иакова и продажа Иосифа Потифару.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8. 4 мин.</a:t>
            </a:r>
          </a:p>
          <a:p xmlns:a="http://schemas.openxmlformats.org/drawingml/2006/main">
            <a:r>
              <a:t>Реплика: Попробуй: «Когда мой вклад не назвали, мне было обидно. Можно добавить моё имя к фотографиям? Твой рисунок я не хочу обесценивать». Затем выслушай ответ.</a:t>
            </a:r>
          </a:p>
          <a:p xmlns:a="http://schemas.openxmlformats.org/drawingml/2006/main">
            <a:r>
              <a:t>Как провести: Пары берут одну из четырёх ситуаций. Первый читает контекст, второй обращается к товарищу или взрослому с конкретной просьбой. Собеседник повторяет, что услышал. Поменяйтесь ролями и попробуйте ещё один случай.</a:t>
            </a:r>
          </a:p>
          <a:p xmlns:a="http://schemas.openxmlformats.org/drawingml/2006/main">
            <a:r>
              <a:t>Вопрос: О чём просить, если сравнение действительно несправедливо?</a:t>
            </a:r>
          </a:p>
          <a:p xmlns:a="http://schemas.openxmlformats.org/drawingml/2006/main">
            <a:r>
              <a:t>Ориентир: О признании вклада, понятных условиях выбора, разговоре без сравнений, возможности учиться. Называем своё переживание и просьбу; не объявляем чужой успех незаслуженным без фактов.</a:t>
            </a:r>
          </a:p>
          <a:p xmlns:a="http://schemas.openxmlformats.org/drawingml/2006/main">
            <a:r>
              <a:t>Ритм: 2 минуты — первый разговор и ответ; 2 минуты — смена ролей.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https://bible.by/syn/1/37/. Групповые библейские кадры показывают часть семьи. Финал главы — горе Иакова и продажа Иосифа Потифару.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9. 4 мин.</a:t>
            </a:r>
          </a:p>
          <a:p xmlns:a="http://schemas.openxmlformats.org/drawingml/2006/main">
            <a:r>
              <a:t>Реплика: Новое условие: кто-то предлагает стереть Олино имя. Оля говорит: «Давайте добавим имя автора фото рядом». Справедливость восстановлена, но Диме всё ещё завидно. Что теперь?</a:t>
            </a:r>
          </a:p>
          <a:p xmlns:a="http://schemas.openxmlformats.org/drawingml/2006/main">
            <a:r>
              <a:t>Как провести: Команды сохраняют первый план и дописывают второй: как ответить на предложение стереть имя и какой шаг сделать после исправления подписи. Две команды сравнивают решения. Отдельно спросите, должен ли Дима сразу перестать завидовать.</a:t>
            </a:r>
          </a:p>
          <a:p xmlns:a="http://schemas.openxmlformats.org/drawingml/2006/main">
            <a:r>
              <a:t>Вопрос: Можно ли поступить хорошо, пока неприятное чувство ещё есть?</a:t>
            </a:r>
          </a:p>
          <a:p xmlns:a="http://schemas.openxmlformats.org/drawingml/2006/main">
            <a:r>
              <a:t>Ориентир: Да. Не стирать имя, принять справедливую подпись, поблагодарить за помощь, признать рисунок и заняться своим ростом. Чувство не исчезает по команде; его можно не подкармливать вредом.</a:t>
            </a:r>
          </a:p>
          <a:p xmlns:a="http://schemas.openxmlformats.org/drawingml/2006/main">
            <a:r>
              <a:t>Ритм: 2 минуты — второй план; 2 минуты — два ответа и уточнение.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https://bible.by/syn/1/37/. Групповые библейские кадры показывают часть семьи. Финал главы — горе Иакова и продажа Иосифа Потифару.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10. 3 мин.</a:t>
            </a:r>
          </a:p>
          <a:p xmlns:a="http://schemas.openxmlformats.org/drawingml/2006/main">
            <a:r>
              <a:t>Реплика: Выбери настоящий или вымышленный случай. Запиши, что тебя задело, какой дар есть у тебя и что ты сделаешь вместо обесценивания другого.</a:t>
            </a:r>
          </a:p>
          <a:p xmlns:a="http://schemas.openxmlformats.org/drawingml/2006/main">
            <a:r>
              <a:t>Как провести: Каждый заполняет шесть полей личного листа. По желанию читает только свой шаг роста или благодарности. Лист остаётся у участника; личные подробности обсуждать не требуется.</a:t>
            </a:r>
          </a:p>
          <a:p xmlns:a="http://schemas.openxmlformats.org/drawingml/2006/main">
            <a:r>
              <a:t>Вопрос: Какой шаг я сделаю на этой неделе и кто может помочь?</a:t>
            </a:r>
          </a:p>
          <a:p xmlns:a="http://schemas.openxmlformats.org/drawingml/2006/main">
            <a:r>
              <a:t>Ориентир: Например, потренироваться десять минут, попросить совет, поздравить товарища, обсудить сравнения со взрослым. Укажите время и доступную помощь.</a:t>
            </a:r>
          </a:p>
          <a:p xmlns:a="http://schemas.openxmlformats.org/drawingml/2006/main">
            <a:r>
              <a:t>Ритм: 2 минуты — запись; 1 минута — добровольный короткий ответ.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https://bible.by/syn/1/37/. Групповые библейские кадры показывают часть семьи. Финал главы — горе Иакова и продажа Иосифа Потифару.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11. 2 мин.</a:t>
            </a:r>
          </a:p>
          <a:p xmlns:a="http://schemas.openxmlformats.org/drawingml/2006/main">
            <a:r>
              <a:t>Реплика: Господи, помоги мне не желать зла другому. Научи радоваться чужому добру, благодарить за свои дары и развивать их. Дай мне честно говорить о том, что меня задело, и делать добро. Аминь.</a:t>
            </a:r>
          </a:p>
          <a:p xmlns:a="http://schemas.openxmlformats.org/drawingml/2006/main">
            <a:r>
              <a:t>Как провести: Предложите короткую тишину, затем прочитайте молитву. Можно молча слушать. Оставьте несколько секунд, чтобы вспомнить свой добрый шаг.</a:t>
            </a:r>
          </a:p>
          <a:p xmlns:a="http://schemas.openxmlformats.org/drawingml/2006/main">
            <a:r>
              <a:t>Вопрос: О какой помощи я хочу попросить Бога?</a:t>
            </a:r>
          </a:p>
          <a:p xmlns:a="http://schemas.openxmlformats.org/drawingml/2006/main">
            <a:r>
              <a:t>Ориентир: Не желать чужого зла, благодарить за свои дары, развивать их, честно говорить о боли и выбирать добро. Молитва авторская.</a:t>
            </a:r>
          </a:p>
          <a:p xmlns:a="http://schemas.openxmlformats.org/drawingml/2006/main">
            <a:r>
              <a:t>Ритм: 30 секунд — тишина; 1 минута — молитва и пауза; 30 секунд — переход.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https://bible.by/syn/1/37/. Групповые библейские кадры показывают часть семьи. Финал главы — горе Иакова и продажа Иосифа Потифару.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12. 2 мин.</a:t>
            </a:r>
          </a:p>
          <a:p xmlns:a="http://schemas.openxmlformats.org/drawingml/2006/main">
            <a:r>
              <a:t>Реплика: Зависть братьев привела к решениям, которые ранили всю семью. Заверши две фразы: «Братья могли остановиться, когда…» и «Если мне завидно, я могу…».</a:t>
            </a:r>
          </a:p>
          <a:p xmlns:a="http://schemas.openxmlformats.org/drawingml/2006/main">
            <a:r>
              <a:t>Как провести: Попросите два ответа: один о библейском эпизоде, второй о конкретном добром шаге. Каждый молча выбирает время для своего шага. На следующей встрече предложите добровольно рассказать, что удалось.</a:t>
            </a:r>
          </a:p>
          <a:p xmlns:a="http://schemas.openxmlformats.org/drawingml/2006/main">
            <a:r>
              <a:t>Вопрос: Что показывает история и какой выбор доступен мне?</a:t>
            </a:r>
          </a:p>
          <a:p xmlns:a="http://schemas.openxmlformats.org/drawingml/2006/main">
            <a:r>
              <a:t>Ориентир: Чужой дар не оправдывает причинённого вреда. Можно назвать чувство, не желать другому зла, добиваться справедливости и развивать свой дар.</a:t>
            </a:r>
          </a:p>
          <a:p xmlns:a="http://schemas.openxmlformats.org/drawingml/2006/main">
            <a:r>
              <a:t>Ритм: 1 минута — два ответа; 1 минута — время своего шага и завершение.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https://bible.by/syn/1/37/. Групповые библейские кадры показывают часть семьи. Финал главы — горе Иакова и продажа Иосифа Потифару. Синодальный перевод — общественное достояние. Современные случаи и молитва авторские. Изображение художественное.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a40c57275f43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83930b41b045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b6256da8214d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7fb118acd24d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cac0de561d45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7f51bd1b646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9CD4B6B-B0AD-451C-9006-5C4C3FA8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600E84B-324A-458D-8C87-CEF73AC627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2A40B9F-41CC-4BFD-8F2C-B3B9E649826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9C370E0-6913-4A05-8592-D92DE6C3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B27AB9C-00F5-4608-BBB4-9B5A484E5D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664F07F-43F4-47DF-9C4C-87C0F78E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3277349-95CA-49FD-8C5C-F1C4044A3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73726A4-5413-4854-BF1D-BC9B1DBAD3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6E3F19C-94FB-4032-A9C4-022E55D2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F5D5C6-2C6B-4EE4-9AF3-DAF7125AAA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44020C-A50D-463E-8C3E-6A1009769A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E2F67E-5958-4C86-A361-D075BCB20D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BBCCE43-8E22-4948-9C5D-D70656A5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81CCD5-8C84-4A58-8644-1F2BBDAECB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032894-96C8-42DC-B740-B5AFAC1CA6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17b3e564b841a6" /><Relationship Type="http://schemas.openxmlformats.org/officeDocument/2006/relationships/slideLayout" Target="/ppt/slideLayouts/slideLayout1.xml" Id="R200ac326f1154917" /><Relationship Type="http://schemas.openxmlformats.org/officeDocument/2006/relationships/slideLayout" Target="/ppt/slideLayouts/slideLayout2.xml" Id="Rb721ecfb4d58448e" /><Relationship Type="http://schemas.openxmlformats.org/officeDocument/2006/relationships/slideLayout" Target="/ppt/slideLayouts/slideLayout3.xml" Id="R4660aeecc1b74f7f" /><Relationship Type="http://schemas.openxmlformats.org/officeDocument/2006/relationships/slideLayout" Target="/ppt/slideLayouts/slideLayout4.xml" Id="R5fbe4f92566d4de6" /><Relationship Type="http://schemas.openxmlformats.org/officeDocument/2006/relationships/slideLayout" Target="/ppt/slideLayouts/slideLayout5.xml" Id="R5d5a420d8c4e4507" /><Relationship Type="http://schemas.openxmlformats.org/officeDocument/2006/relationships/slideLayout" Target="/ppt/slideLayouts/slideLayout6.xml" Id="R2f1e59ed837c43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0ac326f1154917"/>
    <p:sldLayoutId xmlns:r="http://schemas.openxmlformats.org/officeDocument/2006/relationships" id="2147483650" r:id="Rb721ecfb4d58448e"/>
    <p:sldLayoutId xmlns:r="http://schemas.openxmlformats.org/officeDocument/2006/relationships" id="2147483651" r:id="R4660aeecc1b74f7f"/>
    <p:sldLayoutId xmlns:r="http://schemas.openxmlformats.org/officeDocument/2006/relationships" id="2147483652" r:id="R5fbe4f92566d4de6"/>
    <p:sldLayoutId xmlns:r="http://schemas.openxmlformats.org/officeDocument/2006/relationships" id="2147483653" r:id="R5d5a420d8c4e4507"/>
    <p:sldLayoutId xmlns:r="http://schemas.openxmlformats.org/officeDocument/2006/relationships" id="2147483654" r:id="R2f1e59ed837c43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4065fa9e984296" /><Relationship Type="http://schemas.openxmlformats.org/officeDocument/2006/relationships/image" Target="/ppt/media/image.jpeg" Id="R9fc894fdee4f49a1" /><Relationship Type="http://schemas.openxmlformats.org/officeDocument/2006/relationships/notesSlide" Target="/ppt/notesSlides/notesSlide1.xml" Id="R1db632058bfe4d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f787100ef346e6" /><Relationship Type="http://schemas.openxmlformats.org/officeDocument/2006/relationships/image" Target="/ppt/media/image2.jpeg" Id="Re0d7375fb6964cd1" /><Relationship Type="http://schemas.openxmlformats.org/officeDocument/2006/relationships/notesSlide" Target="/ppt/notesSlides/notesSlide2.xml" Id="R246755070f7043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001e97b66d4d15" /><Relationship Type="http://schemas.openxmlformats.org/officeDocument/2006/relationships/image" Target="/ppt/media/image3.jpeg" Id="R0d4325b9a30442a4" /><Relationship Type="http://schemas.openxmlformats.org/officeDocument/2006/relationships/notesSlide" Target="/ppt/notesSlides/notesSlide3.xml" Id="R9520dc69d8c945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88f9bfd8774169" /><Relationship Type="http://schemas.openxmlformats.org/officeDocument/2006/relationships/image" Target="/ppt/media/image4.jpeg" Id="Rd89e51e1c5bc4550" /><Relationship Type="http://schemas.openxmlformats.org/officeDocument/2006/relationships/notesSlide" Target="/ppt/notesSlides/notesSlide4.xml" Id="R8a286377923e4c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39ecc7bd004894" /><Relationship Type="http://schemas.openxmlformats.org/officeDocument/2006/relationships/image" Target="/ppt/media/image5.jpeg" Id="R7621086c42384ecb" /><Relationship Type="http://schemas.openxmlformats.org/officeDocument/2006/relationships/notesSlide" Target="/ppt/notesSlides/notesSlide5.xml" Id="Rca11df538b3e4d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f86f8af7ed4da6" /><Relationship Type="http://schemas.openxmlformats.org/officeDocument/2006/relationships/image" Target="/ppt/media/image6.jpeg" Id="Rf97a52866a7244d1" /><Relationship Type="http://schemas.openxmlformats.org/officeDocument/2006/relationships/notesSlide" Target="/ppt/notesSlides/notesSlide6.xml" Id="R4f604d44b61344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593f0019254080" /><Relationship Type="http://schemas.openxmlformats.org/officeDocument/2006/relationships/image" Target="/ppt/media/image7.jpeg" Id="R4e283152ff4e4b53" /><Relationship Type="http://schemas.openxmlformats.org/officeDocument/2006/relationships/notesSlide" Target="/ppt/notesSlides/notesSlide7.xml" Id="Rd7204c2d796d44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b089ae84ad48c4" /><Relationship Type="http://schemas.openxmlformats.org/officeDocument/2006/relationships/image" Target="/ppt/media/image8.jpeg" Id="R9bcf8596ca674f32" /><Relationship Type="http://schemas.openxmlformats.org/officeDocument/2006/relationships/notesSlide" Target="/ppt/notesSlides/notesSlide8.xml" Id="R31472671b4e041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6b2d7b3a1c4a59" /><Relationship Type="http://schemas.openxmlformats.org/officeDocument/2006/relationships/image" Target="/ppt/media/image9.jpeg" Id="R58b0d97ed6124e12" /><Relationship Type="http://schemas.openxmlformats.org/officeDocument/2006/relationships/notesSlide" Target="/ppt/notesSlides/notesSlide9.xml" Id="R5acdf9bb774541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2a492d7c51442c" /><Relationship Type="http://schemas.openxmlformats.org/officeDocument/2006/relationships/image" Target="/ppt/media/image10.jpeg" Id="Re8973be528d34c5a" /><Relationship Type="http://schemas.openxmlformats.org/officeDocument/2006/relationships/notesSlide" Target="/ppt/notesSlides/notesSlide10.xml" Id="Rac1e21a991914f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a451c203bf4f00" /><Relationship Type="http://schemas.openxmlformats.org/officeDocument/2006/relationships/image" Target="/ppt/media/image11.jpeg" Id="R355890c24e8a4399" /><Relationship Type="http://schemas.openxmlformats.org/officeDocument/2006/relationships/notesSlide" Target="/ppt/notesSlides/notesSlide11.xml" Id="R6901a852f1574d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14297781064e3b" /><Relationship Type="http://schemas.openxmlformats.org/officeDocument/2006/relationships/image" Target="/ppt/media/image12.jpeg" Id="Rfe09b70271dc48aa" /><Relationship Type="http://schemas.openxmlformats.org/officeDocument/2006/relationships/notesSlide" Target="/ppt/notesSlides/notesSlide12.xml" Id="Rdb64fa1622b24e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894fdee4f49a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D3B9F-FC27-4963-85B5-8B7E414E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048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А если мне</a:t>
            </a:r>
          </a:p>
          <a:p xmlns:a="http://schemas.openxmlformats.org/drawingml/2006/main">
            <a:pPr>
              <a:defRPr sz="45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завидно?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CC782-20E2-4735-BA4D-F44C9239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24325"/>
            <a:ext cx="4838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Иосиф и братья</a:t>
            </a:r>
          </a:p>
          <a:p xmlns:a="http://schemas.openxmlformats.org/drawingml/2006/main">
            <a:pPr>
              <a:defRPr sz="24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Зависть и сравнение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CCF65-3F67-4C49-9882-2D75C4E4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12–15 лет · 45 минут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B4AF6-425B-478A-AAB9-EF456AF5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Быт. 37</a:t>
            </a:r>
          </a:p>
        </p:txBody>
      </p:sp>
    </p:spTree>
    <p:extLst>
      <p:ext uri="{BB962C8B-B14F-4D97-AF65-F5344CB8AC3E}">
        <p14:creationId xmlns:p14="http://schemas.microsoft.com/office/powerpoint/2010/main" val="99641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79DD5-97A0-4AF8-BDB5-FDF0F37D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Иосиф и братья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7375fb6964cd1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1CF5A-5C6B-40C5-BA53-F62F62C9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Читаем всю Быт. 37.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происходило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 семье?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Какие решения приняли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братья? Чем закончилась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глава?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F7EE1-67E7-4C36-BCF4-39730C00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После полного чтения сразу сценка; обсуждение после неё.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30E15-DC95-49BB-8767-23185B2C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97098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967AE-B891-4593-9F7F-7EC4B8FC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Сценка: решения братьев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325b9a30442a4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8DE57-4120-4F13-89F4-3097A7E7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Рассказчик · Иосиф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Иаков · Рувим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Иуда · Брат · Торговец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Одежда и сны.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Ров. Продажа.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Горе отца и Египет.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01573-65A9-4DC0-831D-6FB568C0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Роль «брат» передаёт часть общих слов братьев.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9949D-B0E9-4A5B-9121-BF198700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511004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068B8-87CA-4D1C-8D93-FC5D577D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Где можно было остановиться?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e51e1c5bc4550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CC5DF-8793-49E9-AC1B-93A86048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Разложите события.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Выберите место,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где можно было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остановиться.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Какой иной поступок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был возможен?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DCD7D-7211-440A-9386-EA7FCE46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Боль от несправедливости не оправдывает причинённый вред.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8F6B2-9CE9-4E30-BC7F-CD20F2C0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888159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5C2C0-74C6-409D-9000-C46A0368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Мысль, чувство или поступок?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1086c42384ecb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A0E21-146B-468D-ADA9-A40BC68F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«Хочу научиться».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«Меня сравнивают».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«Пусть у неё не выйдет».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Чем различаются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эти переживания?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F5FD6-1713-42B0-AF68-7F418F31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Желание роста и просьба о справедливости не равны зависти.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1F0CF-596B-49DA-B9DC-7C8ABEBB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860310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814DF-CC07-4D6D-8854-9B6F8EFC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Чужой дар — мой рост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a52866a7244d1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F4D37-D68B-4A60-8752-1D39FE6A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Мне завидно.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Я не буду обесценивать.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Попрошу показать приём.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Потренируюсь сам.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Чужой дар не отменяет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моих даров.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A805C-3E15-4641-B907-C9BA39E1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Добрый поступок возможен, пока чувство ещё осталось.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B2DF9-7F2E-4EA4-AFE3-B1685AF4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66935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2EBB2-5203-424D-A903-11626C4C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Четыре сведения — один план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83152ff4e4b53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46146-122C-4268-BD53-1D005526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Общий плакат.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 каждого одно сведение.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Услышьте всех.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Признайте оба вклада.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Составьте первый план.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CCF89-7AF6-49DC-A397-F9CEDB72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Сначала первый план; новое условие учитель сообщит позже.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F7867-3AE4-4789-AED1-68E2EEB9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478346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18813-A213-4299-BD2E-5F962E5E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Говорим без обесценивания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f8596ca674f32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E6780-2F5F-4147-831F-80FD2254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«Мне было обидно,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когда мой вклад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не назвали.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Можно добавить имя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 моим фотографиям?»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Выслушай ответ.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76C8F-4F1B-440B-84BB-41061D8B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Конкретная просьба без унижения другого.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82656-89F7-4A4C-8651-15310DF9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237157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E3C72-9DB9-4874-8D5D-79AA030C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А если зависть осталась?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0d97ed6124e12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09BCF-3083-4CC4-8E5B-FDA4406E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Оля согласна добавить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имя автора фотографий.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Диме всё ещё завидно.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Нужно ли стирать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Олино имя?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Какой добрый шаг дальше?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FB90C-BFA9-47CB-B36A-425AE5BC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Сохраните первый план и допишите второй.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3B72B-1571-440B-8B37-2447EC12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892429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9B806-1D24-4131-B084-93DE9DA5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Мой следующий добрый шаг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973be528d34c5a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6CE63-4EFE-4361-8F9A-833ABC48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меня задело?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ценного есть у меня?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Какого вреда я не сделаю?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Чему хочу учиться?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Кто поможет?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Мой шаг и его время.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98F01-5EB5-4919-B878-5CDD161C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Лист остаётся у тебя. Можно взять вымышленный случай.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0F8E7-953D-4654-9CBF-933DBF47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216721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A7568-976F-4346-BBDB-94A2B1DC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Молитва о добром сердце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890c24e8a4399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E6BB8-D1D5-4A39-BC12-94C22DA3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Господи, помоги мне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не желать зла другому.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Научи радоваться чужому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добру, благодарить за свои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дары и развивать их.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Дай мне честно говорить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 том, что меня задело,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 делать добро. Аминь.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2DAE5-097D-46F5-AE03-CA09E03B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Авторская молитва. Можно молча слушать.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E7DC7-3A2D-4124-B2C1-540C0BAD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131739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7C5D2-AD6B-4B45-A138-93DBB320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Чужое добро и мой выбор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9b70271dc48aa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D3FF7-C1EB-4F17-8F60-3B91E512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«Братья могли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остановиться, когда…»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«Если мне завидно,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я могу…»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Назови конкретный шаг.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B28FC-3519-479C-BE1D-2BF23217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Чужое добро не уменьшает моей ценности.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2D560-A2F0-40C2-B732-7391E923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613196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2026-10-03T16:37:37.7660000Z</dcterms:created>
  <dcterms:modified xsi:type="dcterms:W3CDTF">2026-10-03T16:37:37.7660000Z</dcterms:modified>
</coreProperties>
</file>