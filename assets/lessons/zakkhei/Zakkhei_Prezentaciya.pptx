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9f0d42e1e34fba" /><Relationship Type="http://schemas.openxmlformats.org/officeDocument/2006/relationships/extended-properties" Target="/docProps/app.xml" Id="Rf0cb4c1ca5c94387" /><Relationship Type="http://schemas.openxmlformats.org/officeDocument/2006/relationships/officeDocument" Target="/ppt/presentation.xml" Id="R8887a07e419b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ceb6bb7cb748f2"/>
  </p:sldMasterIdLst>
  <p:notesMasterIdLst>
    <p:notesMasterId xmlns:r="http://schemas.openxmlformats.org/officeDocument/2006/relationships" r:id="R22f132e7c9474f99"/>
  </p:notesMasterIdLst>
  <p:sldIdLst>
    <p:sldId xmlns:r="http://schemas.openxmlformats.org/officeDocument/2006/relationships" id="256" r:id="Ree576192b35342be"/>
    <p:sldId xmlns:r="http://schemas.openxmlformats.org/officeDocument/2006/relationships" id="257" r:id="R31536c4919114cb1"/>
    <p:sldId xmlns:r="http://schemas.openxmlformats.org/officeDocument/2006/relationships" id="258" r:id="R36ca3df2354f4115"/>
    <p:sldId xmlns:r="http://schemas.openxmlformats.org/officeDocument/2006/relationships" id="259" r:id="R92cc7445e03f4be9"/>
    <p:sldId xmlns:r="http://schemas.openxmlformats.org/officeDocument/2006/relationships" id="260" r:id="R23e6ded292ba4af7"/>
    <p:sldId xmlns:r="http://schemas.openxmlformats.org/officeDocument/2006/relationships" id="261" r:id="Re6d591d8e0d84d5c"/>
    <p:sldId xmlns:r="http://schemas.openxmlformats.org/officeDocument/2006/relationships" id="262" r:id="R9f4c417ab8644999"/>
    <p:sldId xmlns:r="http://schemas.openxmlformats.org/officeDocument/2006/relationships" id="263" r:id="R69bb2c67f89641fa"/>
    <p:sldId xmlns:r="http://schemas.openxmlformats.org/officeDocument/2006/relationships" id="264" r:id="R0466d31d3d7d48b6"/>
    <p:sldId xmlns:r="http://schemas.openxmlformats.org/officeDocument/2006/relationships" id="265" r:id="Re9316671e0dc4ac9"/>
    <p:sldId xmlns:r="http://schemas.openxmlformats.org/officeDocument/2006/relationships" id="266" r:id="R561d6319abf843fc"/>
    <p:sldId xmlns:r="http://schemas.openxmlformats.org/officeDocument/2006/relationships" id="267" r:id="Rbcfc740160d947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3e9e830e284adb" /><Relationship Type="http://schemas.openxmlformats.org/officeDocument/2006/relationships/slideMaster" Target="/ppt/slideMasters/slideMaster1.xml" Id="R64ceb6bb7cb748f2" /><Relationship Type="http://schemas.openxmlformats.org/officeDocument/2006/relationships/notesMaster" Target="/ppt/notesMasters/notesMaster1.xml" Id="R22f132e7c9474f99" /><Relationship Type="http://schemas.openxmlformats.org/officeDocument/2006/relationships/presProps" Target="/ppt/presProps.xml" Id="R3c6c18e8ba5e4f80" /><Relationship Type="http://schemas.openxmlformats.org/officeDocument/2006/relationships/tableStyles" Target="/ppt/tableStyles.xml" Id="Rba815389d9fb4291" /><Relationship Type="http://schemas.openxmlformats.org/officeDocument/2006/relationships/slide" Target="/ppt/slides/slide1.xml" Id="Ree576192b35342be" /><Relationship Type="http://schemas.openxmlformats.org/officeDocument/2006/relationships/slide" Target="/ppt/slides/slide2.xml" Id="R31536c4919114cb1" /><Relationship Type="http://schemas.openxmlformats.org/officeDocument/2006/relationships/slide" Target="/ppt/slides/slide3.xml" Id="R36ca3df2354f4115" /><Relationship Type="http://schemas.openxmlformats.org/officeDocument/2006/relationships/slide" Target="/ppt/slides/slide4.xml" Id="R92cc7445e03f4be9" /><Relationship Type="http://schemas.openxmlformats.org/officeDocument/2006/relationships/slide" Target="/ppt/slides/slide5.xml" Id="R23e6ded292ba4af7" /><Relationship Type="http://schemas.openxmlformats.org/officeDocument/2006/relationships/slide" Target="/ppt/slides/slide6.xml" Id="Re6d591d8e0d84d5c" /><Relationship Type="http://schemas.openxmlformats.org/officeDocument/2006/relationships/slide" Target="/ppt/slides/slide7.xml" Id="R9f4c417ab8644999" /><Relationship Type="http://schemas.openxmlformats.org/officeDocument/2006/relationships/slide" Target="/ppt/slides/slide8.xml" Id="R69bb2c67f89641fa" /><Relationship Type="http://schemas.openxmlformats.org/officeDocument/2006/relationships/slide" Target="/ppt/slides/slide9.xml" Id="R0466d31d3d7d48b6" /><Relationship Type="http://schemas.openxmlformats.org/officeDocument/2006/relationships/slide" Target="/ppt/slides/slide10.xml" Id="Re9316671e0dc4ac9" /><Relationship Type="http://schemas.openxmlformats.org/officeDocument/2006/relationships/slide" Target="/ppt/slides/slide11.xml" Id="R561d6319abf843fc" /><Relationship Type="http://schemas.openxmlformats.org/officeDocument/2006/relationships/slide" Target="/ppt/slides/slide12.xml" Id="Rbcfc740160d947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7ccf798df42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52aa6521b54b11" /><Relationship Type="http://schemas.openxmlformats.org/officeDocument/2006/relationships/notesMaster" Target="/ppt/notesMasters/notesMaster1.xml" Id="R4f6cf4b07669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9d92c2243d43bb" /><Relationship Type="http://schemas.openxmlformats.org/officeDocument/2006/relationships/notesMaster" Target="/ppt/notesMasters/notesMaster1.xml" Id="R142bd705752b4c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b8460170564b47" /><Relationship Type="http://schemas.openxmlformats.org/officeDocument/2006/relationships/notesMaster" Target="/ppt/notesMasters/notesMaster1.xml" Id="R76302f1de90c41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d5f725e3b45dc" /><Relationship Type="http://schemas.openxmlformats.org/officeDocument/2006/relationships/notesMaster" Target="/ppt/notesMasters/notesMaster1.xml" Id="R680a74b8c5e341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7c8ff4b7c64e1e" /><Relationship Type="http://schemas.openxmlformats.org/officeDocument/2006/relationships/notesMaster" Target="/ppt/notesMasters/notesMaster1.xml" Id="Rb9a3ac0a69c740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60d43e06d047c4" /><Relationship Type="http://schemas.openxmlformats.org/officeDocument/2006/relationships/notesMaster" Target="/ppt/notesMasters/notesMaster1.xml" Id="R30a5f4efa8b6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ba6ddf21e34292" /><Relationship Type="http://schemas.openxmlformats.org/officeDocument/2006/relationships/notesMaster" Target="/ppt/notesMasters/notesMaster1.xml" Id="R0b3bfb5e72a140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a7480da7dc4bd2" /><Relationship Type="http://schemas.openxmlformats.org/officeDocument/2006/relationships/notesMaster" Target="/ppt/notesMasters/notesMaster1.xml" Id="R76a5fee2da574b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14b204699d4a77" /><Relationship Type="http://schemas.openxmlformats.org/officeDocument/2006/relationships/notesMaster" Target="/ppt/notesMasters/notesMaster1.xml" Id="R772002d1023f45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5652fbd5b24d21" /><Relationship Type="http://schemas.openxmlformats.org/officeDocument/2006/relationships/notesMaster" Target="/ppt/notesMasters/notesMaster1.xml" Id="Rf1693b2258714c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c50ec173e4446b" /><Relationship Type="http://schemas.openxmlformats.org/officeDocument/2006/relationships/notesMaster" Target="/ppt/notesMasters/notesMaster1.xml" Id="R39df5345399341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0eee3dc65741e6" /><Relationship Type="http://schemas.openxmlformats.org/officeDocument/2006/relationships/notesMaster" Target="/ppt/notesMasters/notesMaster1.xml" Id="Rf2296c06eb024b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3 мин.</a:t>
            </a:r>
          </a:p>
          <a:p xmlns:a="http://schemas.openxmlformats.org/drawingml/2006/main">
            <a:r>
              <a:t>Участники: Предположить, о чём будет история, глядя на дерево.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Скажите: «Сегодня узнаем о человеке, которому захотелось изменить свою жизнь». Разрешите отвечать или слушать.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исправить поступок, если время уже прошло?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Прошлое не отменить, но следующий шаг можно выбрать.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images/01.png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4 мин.</a:t>
            </a:r>
          </a:p>
          <a:p xmlns:a="http://schemas.openxmlformats.org/drawingml/2006/main">
            <a:r>
              <a:t>Участники: Распределить два случая: случайная ошибка или сознательный обман.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примеры. Спросите, что было под контролем героя и кому теперь нужна помощь.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В обоих случаях нужно что-то исправить?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Ответственность за последствия нужна и после случайной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Случайная ошибка / Сознательный обман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Воду пролил случайно, но нужно вытереть. Обман нужно признать.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4 мин.</a:t>
            </a:r>
          </a:p>
          <a:p xmlns:a="http://schemas.openxmlformats.org/drawingml/2006/main">
            <a:r>
              <a:t>Участники: Найти на картинке, что мешало Закхею и как он поступил.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Лк. 19:1–4. Объясните слово «мытарь». Не добавляйте вымышленный разговор.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Закхей оказался на дереве?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Он был мал ростом, а толпа мешала увидеть Иисуса.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images/02.png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</a:t>
            </a:r>
          </a:p>
          <a:p xmlns:a="http://schemas.openxmlformats.org/drawingml/2006/main">
            <a:r>
              <a:t>Участники: Выбрать, кто первым предложил встречу.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стихи. Скажите: «Люди роптали, а Иисус обратился к Закхею».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Закхей уже пообещал всё исправить, когда Иисус позвал его?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Иисус первым приходит к человеку, которого осуждают.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Иисус / Закхей / Толпа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Участники: Назвать два конкретных обещания Закхея.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Прочитайте стих. Объясните: изображение показывает возможное исполнение, в тексте звучит обещание. Четырёхкратное возмещение не делаем правилом для всех детских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 это отличается от слов «мне жаль»?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Покаяние проявляется в решении изменить поступки.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images/03.png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5 мин.</a:t>
            </a:r>
          </a:p>
          <a:p xmlns:a="http://schemas.openxmlformats.org/drawingml/2006/main">
            <a:r>
              <a:t>Участники: В парах объяснить, какая фраза признаёт ответственность.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Дайте минуту на разговор, затем выслушайте два ответа. Не просите личных признаний.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Где герой перестаёт перекладывать вину?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Честное извинение называет собственный поступок.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Вторая фраза: человек называет свой обман и следующий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Участники: Собрать карточки в осмысленную последовательность.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Перемешайте карточки. После ответов откройте этот порядок. Если нужна срочная помощь, сначала остановите вред.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одного обещания иногда мало?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Извинение продолжается конкретными действиями.</a:t>
            </a:r>
          </a:p>
          <a:p xmlns:a="http://schemas.openxmlformats.org/drawingml/2006/main">
            <a:r>
              <a:t>Задание начинают с перемешанных карточек. Слайд показывает итоговый порядок после ответов.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</a:t>
            </a:r>
          </a:p>
          <a:p xmlns:a="http://schemas.openxmlformats.org/drawingml/2006/main">
            <a:r>
              <a:t>Участники: Предложить, что сказать учителю и автору рисунка.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Попросите говорить от лица вымышленного героя. Уточните, что честность может быть неловкой.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вернуть автору признание?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Можно сказать правду и назвать того, кто сделал работу.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Это рисунок Саши. Я неправильно сказал, что он мой. Простите.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4 мин.</a:t>
            </a:r>
          </a:p>
          <a:p xmlns:a="http://schemas.openxmlformats.org/drawingml/2006/main">
            <a:r>
              <a:t>Участники: Выбрать ответ и объяснить 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Не требуйте от пострадавшего немедленного доверия. Обсудите терпение и повторяющиеся честные поступки.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Можем ли мы заставить другого простить?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Мы отвечаем за свои действия и уважаем решение другого.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Варианты: Потребовать доверия / Дать время и соблюдать обещания / Снова взять без спроса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Участники: Сыграть короткий диалог по картинке: извинение и исправление.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Один участник говорит от лица героя, второй отвечает. Обсудите ремонт или замену вместе со взрослым.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реально поможет владельцу книги?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Исправление учитывает нужды пострадавшего.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Ориентиры: Я порвал страницу. Прости. Давай с взрослым решим, как восстановить книгу.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Иллюстрация images/04.png создана для занятия. Современные ситуации вымышлены. Точные числа и цитаты приведены в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Участники: Выбрать личный посильный шаг или придумать пример для героя.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Не собирайте личные ответы публично. Предложите записать шаг на своей карточке.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поможет выполнить обещание?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Начать можно с одного честного действия.</a:t>
            </a:r>
          </a:p>
          <a:p xmlns:a="http://schemas.openxmlformats.org/drawingml/2006/main">
            <a:r>
              <a:t>Личный ответ необязателен и не публикуется.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Участники: Закончить фразу: «После ошибки я могу…»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Ведущий: Напомните о милости Иисуса. По желанию произнесите: «Господи, помоги говорить правду и исправлять вред».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 покаяние отличается от оправдания?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Вывод: Иисус даёт надежду, а мы учимся отвечать за свои поступки.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Библейская основа: Лк. 19:1–10. Синодальный перевод.</a:t>
            </a:r>
          </a:p>
          <a:p xmlns:a="http://schemas.openxmlformats.org/drawingml/2006/main">
            <a:r>
              <a:t>https://bible.by/syn/42/19/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ae97ae18547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000a375ea4b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4a1fcc8ad46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f3b6099374b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6b263fc7ad4e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6b942135c240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B6A86AF-D9FE-47EF-9743-79D6ED83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96CAEF4-4BA8-4C28-AD05-01C6E978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E5E03B-8889-4B68-857C-8C92E69DEC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4AE547-697C-4088-AE07-B6B1F58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4348B1-80A9-46AC-AC79-17BB7550B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21E6945-0148-4B55-86AB-3FF8A29F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4A8AFB-75D2-4FF6-8F05-555977A692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8A86ABE-019D-4714-AB9F-8D8A486C57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800D234-1107-4D3A-A1F1-0949902E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D7477C-520B-4C42-8713-8F5104E71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2579F2-A4C9-47F1-B357-7148C3874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83C20E-20AA-498D-8ABC-5851A9C02F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49251C3-19C8-41F0-B63D-0E75B07F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E702EE-A6F9-470E-A294-44851FB52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C4D0B2-F26F-4593-A079-60702883D7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0c542a2fd418e" /><Relationship Type="http://schemas.openxmlformats.org/officeDocument/2006/relationships/slideLayout" Target="/ppt/slideLayouts/slideLayout1.xml" Id="R01c60721627c443d" /><Relationship Type="http://schemas.openxmlformats.org/officeDocument/2006/relationships/slideLayout" Target="/ppt/slideLayouts/slideLayout2.xml" Id="R0cc6e9661d684ce2" /><Relationship Type="http://schemas.openxmlformats.org/officeDocument/2006/relationships/slideLayout" Target="/ppt/slideLayouts/slideLayout3.xml" Id="R6016b0ad653647c0" /><Relationship Type="http://schemas.openxmlformats.org/officeDocument/2006/relationships/slideLayout" Target="/ppt/slideLayouts/slideLayout4.xml" Id="R37b8337aec5b4bd9" /><Relationship Type="http://schemas.openxmlformats.org/officeDocument/2006/relationships/slideLayout" Target="/ppt/slideLayouts/slideLayout5.xml" Id="R3cff386b460a42ea" /><Relationship Type="http://schemas.openxmlformats.org/officeDocument/2006/relationships/slideLayout" Target="/ppt/slideLayouts/slideLayout6.xml" Id="R233e5fcaeb0246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c60721627c443d"/>
    <p:sldLayoutId xmlns:r="http://schemas.openxmlformats.org/officeDocument/2006/relationships" id="2147483650" r:id="R0cc6e9661d684ce2"/>
    <p:sldLayoutId xmlns:r="http://schemas.openxmlformats.org/officeDocument/2006/relationships" id="2147483651" r:id="R6016b0ad653647c0"/>
    <p:sldLayoutId xmlns:r="http://schemas.openxmlformats.org/officeDocument/2006/relationships" id="2147483652" r:id="R37b8337aec5b4bd9"/>
    <p:sldLayoutId xmlns:r="http://schemas.openxmlformats.org/officeDocument/2006/relationships" id="2147483653" r:id="R3cff386b460a42ea"/>
    <p:sldLayoutId xmlns:r="http://schemas.openxmlformats.org/officeDocument/2006/relationships" id="2147483654" r:id="R233e5fcaeb0246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fe7150de540e3" /><Relationship Type="http://schemas.openxmlformats.org/officeDocument/2006/relationships/image" Target="/ppt/media/image.jpeg" Id="R275fed84fa3d45e1" /><Relationship Type="http://schemas.openxmlformats.org/officeDocument/2006/relationships/notesSlide" Target="/ppt/notesSlides/notesSlide1.xml" Id="Re65d3c08f8db4a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45880d6ed04da9" /><Relationship Type="http://schemas.openxmlformats.org/officeDocument/2006/relationships/image" Target="/ppt/media/image2.jpeg" Id="Ra5c8031184d14a75" /><Relationship Type="http://schemas.openxmlformats.org/officeDocument/2006/relationships/notesSlide" Target="/ppt/notesSlides/notesSlide2.xml" Id="Rf6b82061349b40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b713668754df0" /><Relationship Type="http://schemas.openxmlformats.org/officeDocument/2006/relationships/image" Target="/ppt/media/image3.jpeg" Id="Rd27b762251994a92" /><Relationship Type="http://schemas.openxmlformats.org/officeDocument/2006/relationships/notesSlide" Target="/ppt/notesSlides/notesSlide3.xml" Id="R25c26dc4f78941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67e2ed4ef4c8f" /><Relationship Type="http://schemas.openxmlformats.org/officeDocument/2006/relationships/image" Target="/ppt/media/image4.jpeg" Id="Rb3e5cea2b78d45be" /><Relationship Type="http://schemas.openxmlformats.org/officeDocument/2006/relationships/notesSlide" Target="/ppt/notesSlides/notesSlide4.xml" Id="R20cdd47b9f5f45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260907b8094ddc" /><Relationship Type="http://schemas.openxmlformats.org/officeDocument/2006/relationships/image" Target="/ppt/media/image5.jpeg" Id="Rcd8c4e58602c47e8" /><Relationship Type="http://schemas.openxmlformats.org/officeDocument/2006/relationships/notesSlide" Target="/ppt/notesSlides/notesSlide5.xml" Id="Rc294587562d94f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9fc186428747f8" /><Relationship Type="http://schemas.openxmlformats.org/officeDocument/2006/relationships/image" Target="/ppt/media/image6.jpeg" Id="R692d269ccf044e37" /><Relationship Type="http://schemas.openxmlformats.org/officeDocument/2006/relationships/notesSlide" Target="/ppt/notesSlides/notesSlide6.xml" Id="Rf922e3d7aa494d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f4c4dc4a704d5e" /><Relationship Type="http://schemas.openxmlformats.org/officeDocument/2006/relationships/image" Target="/ppt/media/image7.jpeg" Id="R6f2617943efe4763" /><Relationship Type="http://schemas.openxmlformats.org/officeDocument/2006/relationships/notesSlide" Target="/ppt/notesSlides/notesSlide7.xml" Id="R3f4a66ca94ad41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e10c20a314bee" /><Relationship Type="http://schemas.openxmlformats.org/officeDocument/2006/relationships/image" Target="/ppt/media/image8.jpeg" Id="R430ef4a5a8e04cd6" /><Relationship Type="http://schemas.openxmlformats.org/officeDocument/2006/relationships/notesSlide" Target="/ppt/notesSlides/notesSlide8.xml" Id="R6ef241a4515c44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95eef30d2450c" /><Relationship Type="http://schemas.openxmlformats.org/officeDocument/2006/relationships/image" Target="/ppt/media/image9.jpeg" Id="R87eef9c70a674af1" /><Relationship Type="http://schemas.openxmlformats.org/officeDocument/2006/relationships/notesSlide" Target="/ppt/notesSlides/notesSlide9.xml" Id="Rebbac1f7b6674b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7da88ac004778" /><Relationship Type="http://schemas.openxmlformats.org/officeDocument/2006/relationships/image" Target="/ppt/media/image10.jpeg" Id="Rcd165af0a7774dda" /><Relationship Type="http://schemas.openxmlformats.org/officeDocument/2006/relationships/notesSlide" Target="/ppt/notesSlides/notesSlide10.xml" Id="R23e701335f6b4b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ecadc7efb48a9" /><Relationship Type="http://schemas.openxmlformats.org/officeDocument/2006/relationships/image" Target="/ppt/media/image11.jpeg" Id="Rf4d35354ed9f4fb2" /><Relationship Type="http://schemas.openxmlformats.org/officeDocument/2006/relationships/notesSlide" Target="/ppt/notesSlides/notesSlide11.xml" Id="R4ce74c0d983847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52a0021494abf" /><Relationship Type="http://schemas.openxmlformats.org/officeDocument/2006/relationships/image" Target="/ppt/media/image12.jpeg" Id="Rc6861a0f892f45ca" /><Relationship Type="http://schemas.openxmlformats.org/officeDocument/2006/relationships/notesSlide" Target="/ppt/notesSlides/notesSlide12.xml" Id="Raaf43e92e31c41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fed84fa3d45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5B3795F-83A0-495E-9EB9-EE1115CB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Закхей</a:t>
            </a:r>
          </a:p>
          <a:p xmlns:a="http://schemas.openxmlformats.org/drawingml/2006/main">
            <a:pPr>
              <a:buNone/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ли исправить</a:t>
            </a:r>
          </a:p>
          <a:p xmlns:a="http://schemas.openxmlformats.org/drawingml/2006/main">
            <a:pPr>
              <a:buNone/>
              <a:def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ошибку?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78D6570-5960-41B6-AE78-45AC3FC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48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9–11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D0F6E79-FD5E-4450-BE31-E940DDFD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0384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B2722DA-9117-4733-A0C3-F184C6EB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976E27-36DF-4675-8025-DC300256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319CF0B-8752-438B-921B-E6ADD77D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45FC329-097B-4881-9A5A-45DA6BA8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8F91C820-9FCB-4732-AAFA-739334BE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произошло?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8031184d14a75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DD665859-8868-422A-B491-3D67C1C0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Случайно пролил воду.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Списал и сказал, что решил сам.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А. Случайная ошибка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Б. Сознательный обман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30D57812-938E-471F-8706-9815E7FB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7138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ADD227C-A453-47E4-9E31-FB6AE599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Человек на дереве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b762251994a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79BC196-AFBA-495C-A9E2-5556AF2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Закхей хотел увидеть Иисуса.</a:t>
            </a:r>
          </a:p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19:1–4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35530A4-F8D4-449B-B902-3BD0D28D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Почему Закхей оказался на дереве?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FD778AD-6DB1-4107-BD2D-29E8443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9824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10A0B46-177E-48CD-9A72-BACF9AB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790D7E-EE21-436C-85F2-9DF26E4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60E69D4-EA43-476D-BD29-A4DB02E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CFEB30D-F77A-4149-8B51-F53F682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4876DC1A-1A07-4ED5-B299-33781370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Неожиданное приглашение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5cea2b78d45be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C65B9636-E6E9-497E-83BB-D544B0A2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Иисус зовёт Закхея по имени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 хочет быть у него дома.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19:5–7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А. Иисус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Б. Закхей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В. Толпа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F4A8A5CA-60EC-49B7-9AC2-E54D84A0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6149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8372BB7-2435-4929-9F75-3D2802FC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Обещание Закхея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c4e58602c47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2032106"/>
            <a:ext cx="6019800" cy="338433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558E0BE-BC8A-46B4-80F9-CB198D2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Половину имущества бедным.</a:t>
            </a:r>
          </a:p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Возместить обиду вчетверо.</a:t>
            </a:r>
          </a:p>
          <a:p xmlns:a="http://schemas.openxmlformats.org/drawingml/2006/main">
            <a:pPr>
              <a:buNone/>
              <a:def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19:8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A1EC5E9-C23E-411A-9AC1-862D1DB6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Чем это отличается от слов «мне жаль»?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B9F5BE9-A948-48CA-9FE0-E043591E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51135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C901227-CDFF-4842-A0C6-E6C870FC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F6221F-C293-4865-AA6B-AA92B16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B670A1-8AFE-4F9E-8190-32D528F6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A95B19-672C-4C2D-A4FB-A84A7DF9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BEC9ACCA-2CAA-44D9-A587-23A05A79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Слова и действия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d269ccf044e37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BB2BE59F-C49D-46E5-9BA9-B45B291E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«Прости, но ты сам виноват».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«Я обманул. Прости. Я скажу правду».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Где герой перестаёт перекладывать вину?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D7CBD07F-8692-4E5C-BCE8-587582D0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4367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C84A1A6F-BC99-4B3B-92E5-E95E657A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B05E536-F41D-4CDD-8F83-FC4BFA3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2C085F4-921F-4037-855D-6D808B6D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8F2F9BE-31E3-44B3-9453-0D1887C4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5543A711-E748-4606-8406-8570BFE4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Следующий шаг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617943efe4763"/>
          <a:stretch xmlns:a="http://schemas.openxmlformats.org/drawingml/2006/main"/>
        </p:blipFill>
        <p:spPr>
          <a:xfrm xmlns:a="http://schemas.openxmlformats.org/drawingml/2006/main">
            <a:off x="7905750" y="2595517"/>
            <a:ext cx="3676650" cy="2067016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E48BDEDF-4A0E-4779-B817-1DC6C80A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Признать поступок.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Попросить прощения.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Исправить вред.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Поступить иначе.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Почему одного обещания иногда мало?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F1E593BD-3C96-495A-BDEA-A3C0B6FC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8481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C1BD090-06F9-4E92-BE03-B9DCD573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EF1EDF-4889-422C-8DB2-C90EAB7B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BE94AE-65C2-4AFF-9966-58CFAAD6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CF1A6C-66BE-4D82-93E2-E204880B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6774F47A-59D5-4050-B8B7-72FD7D35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Чужая работа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ef4a5a8e04cd6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49FD4821-FEC2-4A90-BE0C-E4A3B3DC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Ты выдал чужой рисунок за свой.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Учитель похвалил тебя.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 вернуть автору признание?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C88963C7-9FEC-4D42-903B-B618C4C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1512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F520A458-E23C-4D14-808E-05D23C57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638AE4-C9AD-467C-B353-96660C1C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00E8E7-7099-40C3-87A6-09EE96B7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AA5BA9-899C-4071-A0AA-06969B61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714FEB71-A02A-4C84-882E-122D7AD4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ли вернуть доверие?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ef9c70a674af1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D9BC76BE-C20B-4749-92B7-C05340C4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Друг пока не хочет давать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тебе свою вещь снова.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А. Потребовать доверия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Б. Дать время и соблюдать обещания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В. Снова взять без спроса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AC860809-1409-4420-85CE-B1DF5E5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26355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33E5B21-BC82-4DE2-934C-001DC5B0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Испорченная книга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65af0a7774d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62600" y="2030306"/>
            <a:ext cx="6019800" cy="3387938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9E8526F-C00F-4865-9C3F-B67B55F2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667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Ты порвал чужую книгу.</a:t>
            </a:r>
          </a:p>
          <a:p xmlns:a="http://schemas.openxmlformats.org/drawingml/2006/main">
            <a:pPr>
              <a:buNone/>
              <a:def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скажешь? Что предложишь?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E7D6973-D4D4-410D-BA8B-BB31DCA6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58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>Что реально поможет владельцу книги?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363179-0159-4688-A1FA-BF0AEDF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6608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5225DBC-9BF9-4CD8-BBB7-E77CE947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A777B49-1428-488D-A5C4-19EB3184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AB72C2-6010-4103-96E4-18AAAD0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C46C263-BB02-4628-891E-B0CAC424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1DA70A9E-5995-4C7B-9409-6CF9FAD1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 шаг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35354ed9f4fb2"/>
          <a:stretch xmlns:a="http://schemas.openxmlformats.org/drawingml/2006/main"/>
        </p:blipFill>
        <p:spPr>
          <a:xfrm xmlns:a="http://schemas.openxmlformats.org/drawingml/2006/main">
            <a:off x="7905750" y="2595517"/>
            <a:ext cx="3676650" cy="2067016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453AADE2-F63A-4800-8474-FC99A308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На этой неделе я могу…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признать • вернуть • исправить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поможет выполнить обещание?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19E306F6-A2C7-4AA7-8F11-37E3A554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08487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FCE5775-90DF-49BD-AB2E-5E94D083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7DBB55D-75A1-4997-BA31-C002FC85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1905DD4-45CF-46FA-B6DE-E6CA4748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A3533E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348D3C-F4D5-4CBB-87C8-60598297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93BE0079-80BE-406E-AE35-E3DC072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Встреча меняет жизнь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61a0f892f45ca"/>
          <a:stretch xmlns:a="http://schemas.openxmlformats.org/drawingml/2006/main"/>
        </p:blipFill>
        <p:spPr>
          <a:xfrm xmlns:a="http://schemas.openxmlformats.org/drawingml/2006/main">
            <a:off x="7905750" y="2594417"/>
            <a:ext cx="3676650" cy="206921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356F4791-8DA4-46F1-9EC3-FD3F45F3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877050" cy="437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«Сын Человеческий пришёл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взыскать и спасти погибшее»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Лк. 19:10</a:t>
            </a:r>
          </a:p>
          <a:p xmlns:a="http://schemas.openxmlformats.org/drawingml/2006/main">
            <a:pPr>
              <a:def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Чем покаяние отличается от оправдания?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F12B4596-93F3-4A65-80DB-96988E39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5070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2026-10-02T20:28:11.4710000Z</dcterms:created>
  <dcterms:modified xsi:type="dcterms:W3CDTF">2026-10-02T20:28:11.4710000Z</dcterms:modified>
</coreProperties>
</file>