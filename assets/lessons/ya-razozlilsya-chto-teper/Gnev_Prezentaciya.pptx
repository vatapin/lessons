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a3b914db54927" /><Relationship Type="http://schemas.openxmlformats.org/officeDocument/2006/relationships/extended-properties" Target="/docProps/app.xml" Id="R32d9f0a083af4cd7" /><Relationship Type="http://schemas.openxmlformats.org/officeDocument/2006/relationships/officeDocument" Target="/ppt/presentation.xml" Id="R93f690b8e19c4d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9b096f8a7a486c"/>
  </p:sldMasterIdLst>
  <p:notesMasterIdLst>
    <p:notesMasterId xmlns:r="http://schemas.openxmlformats.org/officeDocument/2006/relationships" r:id="R1babef727b3e4975"/>
  </p:notesMasterIdLst>
  <p:sldIdLst>
    <p:sldId xmlns:r="http://schemas.openxmlformats.org/officeDocument/2006/relationships" id="256" r:id="R6817dc29774549b0"/>
    <p:sldId xmlns:r="http://schemas.openxmlformats.org/officeDocument/2006/relationships" id="257" r:id="R19ea949d067445e0"/>
    <p:sldId xmlns:r="http://schemas.openxmlformats.org/officeDocument/2006/relationships" id="258" r:id="R9d897b1b937d44c8"/>
    <p:sldId xmlns:r="http://schemas.openxmlformats.org/officeDocument/2006/relationships" id="259" r:id="R0ea4c7e129cd43d7"/>
    <p:sldId xmlns:r="http://schemas.openxmlformats.org/officeDocument/2006/relationships" id="260" r:id="R7ad65a1ea1c140c9"/>
    <p:sldId xmlns:r="http://schemas.openxmlformats.org/officeDocument/2006/relationships" id="261" r:id="R3dbb71beb0404932"/>
    <p:sldId xmlns:r="http://schemas.openxmlformats.org/officeDocument/2006/relationships" id="262" r:id="R0c7e61ab2dd04af5"/>
    <p:sldId xmlns:r="http://schemas.openxmlformats.org/officeDocument/2006/relationships" id="263" r:id="Re7b46f6bd60a49f3"/>
    <p:sldId xmlns:r="http://schemas.openxmlformats.org/officeDocument/2006/relationships" id="264" r:id="R6fbb8162315b4483"/>
    <p:sldId xmlns:r="http://schemas.openxmlformats.org/officeDocument/2006/relationships" id="265" r:id="R798abd90b631496c"/>
    <p:sldId xmlns:r="http://schemas.openxmlformats.org/officeDocument/2006/relationships" id="266" r:id="Rea5859e06e5f4dfa"/>
    <p:sldId xmlns:r="http://schemas.openxmlformats.org/officeDocument/2006/relationships" id="267" r:id="Rd855247eec3140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1a4dd1f24742a4" /><Relationship Type="http://schemas.openxmlformats.org/officeDocument/2006/relationships/slideMaster" Target="/ppt/slideMasters/slideMaster1.xml" Id="R639b096f8a7a486c" /><Relationship Type="http://schemas.openxmlformats.org/officeDocument/2006/relationships/notesMaster" Target="/ppt/notesMasters/notesMaster1.xml" Id="R1babef727b3e4975" /><Relationship Type="http://schemas.openxmlformats.org/officeDocument/2006/relationships/presProps" Target="/ppt/presProps.xml" Id="R1bd65b8e199c44a9" /><Relationship Type="http://schemas.openxmlformats.org/officeDocument/2006/relationships/tableStyles" Target="/ppt/tableStyles.xml" Id="R65ffcc2516b54133" /><Relationship Type="http://schemas.openxmlformats.org/officeDocument/2006/relationships/slide" Target="/ppt/slides/slide1.xml" Id="R6817dc29774549b0" /><Relationship Type="http://schemas.openxmlformats.org/officeDocument/2006/relationships/slide" Target="/ppt/slides/slide2.xml" Id="R19ea949d067445e0" /><Relationship Type="http://schemas.openxmlformats.org/officeDocument/2006/relationships/slide" Target="/ppt/slides/slide3.xml" Id="R9d897b1b937d44c8" /><Relationship Type="http://schemas.openxmlformats.org/officeDocument/2006/relationships/slide" Target="/ppt/slides/slide4.xml" Id="R0ea4c7e129cd43d7" /><Relationship Type="http://schemas.openxmlformats.org/officeDocument/2006/relationships/slide" Target="/ppt/slides/slide5.xml" Id="R7ad65a1ea1c140c9" /><Relationship Type="http://schemas.openxmlformats.org/officeDocument/2006/relationships/slide" Target="/ppt/slides/slide6.xml" Id="R3dbb71beb0404932" /><Relationship Type="http://schemas.openxmlformats.org/officeDocument/2006/relationships/slide" Target="/ppt/slides/slide7.xml" Id="R0c7e61ab2dd04af5" /><Relationship Type="http://schemas.openxmlformats.org/officeDocument/2006/relationships/slide" Target="/ppt/slides/slide8.xml" Id="Re7b46f6bd60a49f3" /><Relationship Type="http://schemas.openxmlformats.org/officeDocument/2006/relationships/slide" Target="/ppt/slides/slide9.xml" Id="R6fbb8162315b4483" /><Relationship Type="http://schemas.openxmlformats.org/officeDocument/2006/relationships/slide" Target="/ppt/slides/slide10.xml" Id="R798abd90b631496c" /><Relationship Type="http://schemas.openxmlformats.org/officeDocument/2006/relationships/slide" Target="/ppt/slides/slide11.xml" Id="Rea5859e06e5f4dfa" /><Relationship Type="http://schemas.openxmlformats.org/officeDocument/2006/relationships/slide" Target="/ppt/slides/slide12.xml" Id="Rd855247eec3140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3eef62d1e94f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7fc00ed3e0473b" /><Relationship Type="http://schemas.openxmlformats.org/officeDocument/2006/relationships/notesMaster" Target="/ppt/notesMasters/notesMaster1.xml" Id="R2a50a92420ec4f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51db1980aa4545" /><Relationship Type="http://schemas.openxmlformats.org/officeDocument/2006/relationships/notesMaster" Target="/ppt/notesMasters/notesMaster1.xml" Id="R07bc10e3dac34c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16178c0d034a46" /><Relationship Type="http://schemas.openxmlformats.org/officeDocument/2006/relationships/notesMaster" Target="/ppt/notesMasters/notesMaster1.xml" Id="Rdad873d286a84e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c5e21a5d1d4739" /><Relationship Type="http://schemas.openxmlformats.org/officeDocument/2006/relationships/notesMaster" Target="/ppt/notesMasters/notesMaster1.xml" Id="R658a5ded55eb45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9210d749f144e3" /><Relationship Type="http://schemas.openxmlformats.org/officeDocument/2006/relationships/notesMaster" Target="/ppt/notesMasters/notesMaster1.xml" Id="Re0341356a9d645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9121fd538c4cd3" /><Relationship Type="http://schemas.openxmlformats.org/officeDocument/2006/relationships/notesMaster" Target="/ppt/notesMasters/notesMaster1.xml" Id="Rf54c3a9e8fa348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b3ef96a9c6437b" /><Relationship Type="http://schemas.openxmlformats.org/officeDocument/2006/relationships/notesMaster" Target="/ppt/notesMasters/notesMaster1.xml" Id="Rcf9eb6f3af114c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7b3565e7ca41f8" /><Relationship Type="http://schemas.openxmlformats.org/officeDocument/2006/relationships/notesMaster" Target="/ppt/notesMasters/notesMaster1.xml" Id="R40422192904d4b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568321a59e4d38" /><Relationship Type="http://schemas.openxmlformats.org/officeDocument/2006/relationships/notesMaster" Target="/ppt/notesMasters/notesMaster1.xml" Id="R35e180c7be354f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81e15c77be4154" /><Relationship Type="http://schemas.openxmlformats.org/officeDocument/2006/relationships/notesMaster" Target="/ppt/notesMasters/notesMaster1.xml" Id="R78f47e87ab7c4e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74e30591a347f0" /><Relationship Type="http://schemas.openxmlformats.org/officeDocument/2006/relationships/notesMaster" Target="/ppt/notesMasters/notesMaster1.xml" Id="R1d8c9cba27f347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764f8fff3046ad" /><Relationship Type="http://schemas.openxmlformats.org/officeDocument/2006/relationships/notesMaster" Target="/ppt/notesMasters/notesMaster1.xml" Id="R6a798ef2ba1142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2 мин.</a:t>
            </a:r>
          </a:p>
          <a:p xmlns:a="http://schemas.openxmlformats.org/drawingml/2006/main">
            <a:r>
              <a:t>Реплика: Бывает, меня задели, и я разозлился. Между этим чувством и моим следующим поступком есть выбор. Сегодня попробуем заметить гнев и выбрать действие, которое не причинит зла.</a:t>
            </a:r>
          </a:p>
          <a:p xmlns:a="http://schemas.openxmlformats.org/drawingml/2006/main">
            <a:r>
              <a:t>Как провести: Прочитайте два вымышленных ответа: «Я сержусь; мне нужна пауза» и «Я сержусь; сейчас унижу его в ответ». Попросите два коротких объяснения разницы. Не просите личных признаний.</a:t>
            </a:r>
          </a:p>
          <a:p xmlns:a="http://schemas.openxmlformats.org/drawingml/2006/main">
            <a:r>
              <a:t>Вопрос: В какой момент чувство становится вредным поступком?</a:t>
            </a:r>
          </a:p>
          <a:p xmlns:a="http://schemas.openxmlformats.org/drawingml/2006/main">
            <a:r>
              <a:t>Ориентир: Когда я выбираю унижение, угрозу, удар, порчу вещи или другую месть. Сказать о своём гневе и взять паузу можно без нападения.</a:t>
            </a:r>
          </a:p>
          <a:p xmlns:a="http://schemas.openxmlformats.org/drawingml/2006/main">
            <a:r>
              <a:t>Ритм: 30 секунд — вход; 1 минута — два примера;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6 мин.</a:t>
            </a:r>
          </a:p>
          <a:p xmlns:a="http://schemas.openxmlformats.org/drawingml/2006/main">
            <a:r>
              <a:t>Реплика: Прочитаем Быт. 4:1–16. Обратите внимание на предупреждение Каину до его поступка и на то, что произошло потом. Сразу после чтения разыграем рассказ.</a:t>
            </a:r>
          </a:p>
          <a:p xmlns:a="http://schemas.openxmlformats.org/drawingml/2006/main">
            <a:r>
              <a:t>Как провести: Прочитайте все 16 стихов подряд из приложения. Трое получают роли заранее: рассказчик, Каин, Авель. Слушатели следят за последовательностью; обсуждение начнётся после сценки.</a:t>
            </a:r>
          </a:p>
          <a:p xmlns:a="http://schemas.openxmlformats.org/drawingml/2006/main">
            <a:r>
              <a:t>Вопрос: Задание слушателям: заметить предупреждение до трагедии.</a:t>
            </a:r>
          </a:p>
          <a:p xmlns:a="http://schemas.openxmlformats.org/drawingml/2006/main">
            <a:r>
              <a:t>Ориентир: Каин сильно огорчён. Бог обращается к нему до убийства и призывает господствовать над грехом. Затем Каин убивает Авеля; Бог спрашивает о брате и объявляет последствия.</a:t>
            </a:r>
          </a:p>
          <a:p xmlns:a="http://schemas.openxmlformats.org/drawingml/2006/main">
            <a:r>
              <a:t>Ритм: До 5 минут — чтение; 1 минута — открыть сценку.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Быт. 4:1–16. Синодальный перевод.</a:t>
            </a:r>
          </a:p>
          <a:p xmlns:a="http://schemas.openxmlformats.org/drawingml/2006/main">
            <a:r>
              <a:t>1. Адам познал Еву, жену свою; и она зачала, и родила Каина, и сказала: приобрела я человека от Господа.</a:t>
            </a:r>
          </a:p>
          <a:p xmlns:a="http://schemas.openxmlformats.org/drawingml/2006/main">
            <a:r>
              <a:t>2. И ещё родила брата его, Авеля. И был Авель пастырь овец, а Каин был земледелец.</a:t>
            </a:r>
          </a:p>
          <a:p xmlns:a="http://schemas.openxmlformats.org/drawingml/2006/main">
            <a:r>
              <a:t>3. Спустя несколько времени Каин принёс от плодов земли дар Господу,</a:t>
            </a:r>
          </a:p>
          <a:p xmlns:a="http://schemas.openxmlformats.org/drawingml/2006/main">
            <a:r>
              <a:t>4. и Авель также принёс от первородных стада своего и от тука их. И призрел Господь на Авеля и на дар его,</a:t>
            </a:r>
          </a:p>
          <a:p xmlns:a="http://schemas.openxmlformats.org/drawingml/2006/main">
            <a:r>
              <a:t>5. а на Каина и на дар его не призрел. Каин сильно огорчился, и поникло лицо его.</a:t>
            </a:r>
          </a:p>
          <a:p xmlns:a="http://schemas.openxmlformats.org/drawingml/2006/main">
            <a:r>
              <a:t>6. И сказал Господь Каину: почему ты огорчился? и отчего поникло лицо твоё?</a:t>
            </a:r>
          </a:p>
          <a:p xmlns:a="http://schemas.openxmlformats.org/drawingml/2006/main">
            <a:r>
              <a:t>7. если делаешь доброе, то не поднимаешь ли лица? а если не делаешь доброго, то у дверей грех лежит; он влечёт тебя к себе, но ты господствуй над ним.</a:t>
            </a:r>
          </a:p>
          <a:p xmlns:a="http://schemas.openxmlformats.org/drawingml/2006/main">
            <a:r>
              <a:t>8. И сказал Каин Авелю, брату своему: [пойдём в поле]. И когда они были в поле, восстал Каин на Авеля, брата своего, и убил его.</a:t>
            </a:r>
          </a:p>
          <a:p xmlns:a="http://schemas.openxmlformats.org/drawingml/2006/main">
            <a:r>
              <a:t>9. И сказал Господь Каину: где Авель, брат твой? Он сказал: не знаю; разве я сторож брату моему?</a:t>
            </a:r>
          </a:p>
          <a:p xmlns:a="http://schemas.openxmlformats.org/drawingml/2006/main">
            <a:r>
              <a:t>10. И сказал Господь: что ты сделал? голос крови брата твоего вопиёт ко Мне от земли;</a:t>
            </a:r>
          </a:p>
          <a:p xmlns:a="http://schemas.openxmlformats.org/drawingml/2006/main">
            <a:r>
              <a:t>11. и ныне проклят ты от земли, которая отверзла уста свои принять кровь брата твоего от руки твоей;</a:t>
            </a:r>
          </a:p>
          <a:p xmlns:a="http://schemas.openxmlformats.org/drawingml/2006/main">
            <a:r>
              <a:t>12. когда ты будешь возделывать землю, она не станет более давать силы своей для тебя; ты будешь изгнанником и скитальцем на земле.</a:t>
            </a:r>
          </a:p>
          <a:p xmlns:a="http://schemas.openxmlformats.org/drawingml/2006/main">
            <a:r>
              <a:t>13. И сказал Каин Господу: наказание моё больше, нежели снести можно;</a:t>
            </a:r>
          </a:p>
          <a:p xmlns:a="http://schemas.openxmlformats.org/drawingml/2006/main">
            <a:r>
              <a:t>14. вот, Ты теперь сгоняешь меня с лица земли, и от лица Твоего я скроюсь, и буду изгнанником и скитальцем на земле; и всякий, кто встретится со мною, убьёт меня.</a:t>
            </a:r>
          </a:p>
          <a:p xmlns:a="http://schemas.openxmlformats.org/drawingml/2006/main">
            <a:r>
              <a:t>15. И сказал ему Господь: за то всякому, кто убьёт Каина, отмстится всемеро. И сделал Господь Каину знамение, чтобы никто, встретившись с ним, не убил его.</a:t>
            </a:r>
          </a:p>
          <a:p xmlns:a="http://schemas.openxmlformats.org/drawingml/2006/main">
            <a:r>
              <a:t>16. И пошёл Каин от лица Господня и поселился в земле Нод, на восток от Едема.</a:t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5 мин.</a:t>
            </a:r>
          </a:p>
          <a:p xmlns:a="http://schemas.openxmlformats.org/drawingml/2006/main">
            <a:r>
              <a:t>Реплика: Три роли: рассказчик, Каин и Авель. Четыре эпизода: дары, предупреждение, поле, вопрос Бога и последствия. Наблюдайте, где Каин мог выбрать другое действие.</a:t>
            </a:r>
          </a:p>
          <a:p xmlns:a="http://schemas.openxmlformats.org/drawingml/2006/main">
            <a:r>
              <a:t>Как провести: Разыграйте приложенный сценарий. Рассказчик читает слова Господа и сообщает о гибели Авеля. Для эпизодов поля и ухода покажите рисунки 13 и 04. После финала участники возвращаются на места.</a:t>
            </a:r>
          </a:p>
          <a:p xmlns:a="http://schemas.openxmlformats.org/drawingml/2006/main">
            <a:r>
              <a:t>Вопрос: Наблюдаем до окончания сценки.</a:t>
            </a:r>
          </a:p>
          <a:p xmlns:a="http://schemas.openxmlformats.org/drawingml/2006/main">
            <a:r>
              <a:t>Ориентир: Предупреждение прозвучало до убийства. После него Каин отвечает уклончиво. Знамение защищает его от убийства, но не отменяет гибели Авеля и последствий.</a:t>
            </a:r>
          </a:p>
          <a:p xmlns:a="http://schemas.openxmlformats.org/drawingml/2006/main">
            <a:r>
              <a:t>Ритм: 30 секунд — места; 4 минуты — эпизоды; 30 секунд — возвращение.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Полная сценка, три роли:</a:t>
            </a:r>
          </a:p>
          <a:p xmlns:a="http://schemas.openxmlformats.org/drawingml/2006/main">
            <a:r>
              <a:t>Рассказчик: Эпизод 1. «У Адама и Евы родились Каин и Авель. Авель пас овец, Каин возделывал землю. Каждый принёс дар Господу. Господь призрел на Авеля и его дар, а на Каина и его дар не призрел». Пересказ Быт. 4:1–5. Каин держит корзинку с плодами, Авель — карточку овцы. Оба кладут их перед собой.</a:t>
            </a:r>
          </a:p>
          <a:p xmlns:a="http://schemas.openxmlformats.org/drawingml/2006/main">
            <a:r>
              <a:t>Каин: Опусти голову. Рассказчик читает: «Каин сильно огорчился, и поникло лицо его». Быт. 4:5.</a:t>
            </a:r>
          </a:p>
          <a:p xmlns:a="http://schemas.openxmlformats.org/drawingml/2006/main">
            <a:r>
              <a:t>Рассказчик: Эпизод 2. «Господь сказал Каину: почему ты огорчился? и отчего поникло лицо твоё?» Ст. 6. Затем прочитай ст. 7 полностью: «если делаешь доброе, то не поднимаешь ли лица? а если не делаешь доброго, то у дверей грех лежит; он влечёт тебя к себе, но ты господствуй над ним». Каин поднимает голову и слушает.</a:t>
            </a:r>
          </a:p>
          <a:p xmlns:a="http://schemas.openxmlformats.org/drawingml/2006/main">
            <a:r>
              <a:t>Каин и Авель: Эпизод 3. Пройдите вместе к месту поля. Рассказчик: «И когда они были в поле, восстал Каин на Авеля, брата своего, и убил его». Вторая часть ст. 8. Авель садится. Каин остаётся стоять в стороне; учитель показывает пустое поле, рисунок 13.</a:t>
            </a:r>
          </a:p>
          <a:p xmlns:a="http://schemas.openxmlformats.org/drawingml/2006/main">
            <a:r>
              <a:t>Рассказчик и Каин: Эпизод 4. Рассказчик: «И сказал Господь Каину: где Авель, брат твой?» Ст. 9. Каин: «Не знаю; разве я сторож брату моему?» Ответ из ст. 9. Рассказчик: «И сказал Господь: что ты сделал? голос крови брата твоего вопиёт ко Мне от земли». Ст. 10.</a:t>
            </a:r>
          </a:p>
          <a:p xmlns:a="http://schemas.openxmlformats.org/drawingml/2006/main">
            <a:r>
              <a:t>Рассказчик: «Земля больше не будет давать Каину силы своей; он станет изгнанником и скитальцем». Пересказ ст. 11–12. Каин: «Наказание моё больше, нежели снести можно». Ст. 13. Рассказчик: «Каин боится, что его убьют. Господь делает ему знамение, чтобы никто, встретив его, не убил. Каин уходит и поселяется в земле Нод, на восток от Едема». Пересказ ст. 14–16. Каин проходит к рисунку 04. На этом закончите рассказ: Авель погиб, Каин несёт последствия; Бог не позволяет новой мести.</a:t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4 мин.</a:t>
            </a:r>
          </a:p>
          <a:p xmlns:a="http://schemas.openxmlformats.org/drawingml/2006/main">
            <a:r>
              <a:t>Реплика: Сначала восстановим события, потом прочитаем Еф. 4:26–32. Слова апостола обращают нас к доброй речи и поступкам. Они не дают разрешения на месть до вечера.</a:t>
            </a:r>
          </a:p>
          <a:p xmlns:a="http://schemas.openxmlformats.org/drawingml/2006/main">
            <a:r>
              <a:t>Как провести: Пары раскладывают четыре карточки событий; одна пара называет место возможного иного выбора Каина. Затем учитель читает все семь стихов Еф. 4:26–32. Обсудите ст. 26 вместе со ст. 29, 31–32: что делать со словами, криком и злобой?</a:t>
            </a:r>
          </a:p>
          <a:p xmlns:a="http://schemas.openxmlformats.org/drawingml/2006/main">
            <a:r>
              <a:t>Вопрос: Как остановить вред, не скрывая, что я сержусь?</a:t>
            </a:r>
          </a:p>
          <a:p xmlns:a="http://schemas.openxmlformats.org/drawingml/2006/main">
            <a:r>
              <a:t>Ориентир: Признать чувство, остановить нападение, выбрать добрые слова и посильный шаг к миру. Не откладывать первый шаг и не питать злобу. Один человек не может гарантировать полное примирение к вечеру.</a:t>
            </a:r>
          </a:p>
          <a:p xmlns:a="http://schemas.openxmlformats.org/drawingml/2006/main">
            <a:r>
              <a:t>Ритм: 1 минута — карточки; 1 минута — чтение Еф.; 2 минуты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Еф. 4:26–32. Синодальный перевод.</a:t>
            </a:r>
          </a:p>
          <a:p xmlns:a="http://schemas.openxmlformats.org/drawingml/2006/main">
            <a:r>
              <a:t>26. Гневаясь, не согрешайте: солнце да не зайдёт во гневе вашем;</a:t>
            </a:r>
          </a:p>
          <a:p xmlns:a="http://schemas.openxmlformats.org/drawingml/2006/main">
            <a:r>
              <a:t>27. и не давайте места диаволу.</a:t>
            </a:r>
          </a:p>
          <a:p xmlns:a="http://schemas.openxmlformats.org/drawingml/2006/main">
            <a:r>
              <a:t>28. Кто крал, вперёд не кради, а лучше трудись, делая своими руками полезное, чтобы было из чего уделять нуждающемуся.</a:t>
            </a:r>
          </a:p>
          <a:p xmlns:a="http://schemas.openxmlformats.org/drawingml/2006/main">
            <a:r>
              <a:t>29. Никакое гнилое слово да не исходит из уст ваших, а только доброе для назидания в вере, дабы оно доставляло благодать слушающим.</a:t>
            </a:r>
          </a:p>
          <a:p xmlns:a="http://schemas.openxmlformats.org/drawingml/2006/main">
            <a:r>
              <a:t>30. И не оскорбляйте Святого Духа Божия, Которым вы запечатлены в день искупления.</a:t>
            </a:r>
          </a:p>
          <a:p xmlns:a="http://schemas.openxmlformats.org/drawingml/2006/main">
            <a:r>
              <a:t>31. Всякое раздражение и ярость, и гнев, и крик, и злоречие со всякою злобою да будут удалены от вас;</a:t>
            </a:r>
          </a:p>
          <a:p xmlns:a="http://schemas.openxmlformats.org/drawingml/2006/main">
            <a:r>
              <a:t>32. но будьте друг ко другу добры, сострадательны, прощайте друг друга, как и Бог во Христе простил вас.</a:t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3 мин.</a:t>
            </a:r>
          </a:p>
          <a:p xmlns:a="http://schemas.openxmlformats.org/drawingml/2006/main">
            <a:r>
              <a:t>Реплика: Руки напряглись, хочется говорить громче. Это можно заметить до ответа. Посмотрите, какие карточки описывают сигнал, какие — вредное действие, а какие — помощь.</a:t>
            </a:r>
          </a:p>
          <a:p xmlns:a="http://schemas.openxmlformats.org/drawingml/2006/main">
            <a:r>
              <a:t>Как провести: Каждая пара получает шесть карточек и распределяет их по трём группам. Выберите один сигнал и назовите доступное действие вместо вреда. Две пары читают по одному ответу.</a:t>
            </a:r>
          </a:p>
          <a:p xmlns:a="http://schemas.openxmlformats.org/drawingml/2006/main">
            <a:r>
              <a:t>Вопрос: Какой сигнал поможет мне вовремя остановиться?</a:t>
            </a:r>
          </a:p>
          <a:p xmlns:a="http://schemas.openxmlformats.org/drawingml/2006/main">
            <a:r>
              <a:t>Ориентир: Напряжение рук или плеч, желание кричать — возможные сигналы. У каждого они свои. Сигнал не оправдывает угрозу или унижение; он может напомнить о паузе.</a:t>
            </a:r>
          </a:p>
          <a:p xmlns:a="http://schemas.openxmlformats.org/drawingml/2006/main">
            <a:r>
              <a:t>Ритм: 1 минута — распределить; 1 минута — выбрать действие; 1 минута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</a:t>
            </a:r>
          </a:p>
          <a:p xmlns:a="http://schemas.openxmlformats.org/drawingml/2006/main">
            <a:r>
              <a:t>Реплика: Потренируем короткую паузу: отложить телефон, остановить руки и резкие слова, сделать шаг назад и несколько спокойных вдохов и выдохов. Затем сказать: «Я сержусь. Мне нужно пять минут. Потом поговорим».</a:t>
            </a:r>
          </a:p>
          <a:p xmlns:a="http://schemas.openxmlformats.org/drawingml/2006/main">
            <a:r>
              <a:t>Как провести: Покажите образец на вымышленном случае. Каждый в паре пробует: положить телефон или ручку, разжать руки, спокойно подышать и назвать время возвращения к разговору. Слушатель повторяет, когда разговор продолжится. Запишите свою фразу и действие в два поля.</a:t>
            </a:r>
          </a:p>
          <a:p xmlns:a="http://schemas.openxmlformats.org/drawingml/2006/main">
            <a:r>
              <a:t>Вопрос: Чем пауза отличается от молчания в наказание другому?</a:t>
            </a:r>
          </a:p>
          <a:p xmlns:a="http://schemas.openxmlformats.org/drawingml/2006/main">
            <a:r>
              <a:t>Ориентир: Пауза помогает остановить вред; я сообщаю о ней и возвращаюсь в названное время или договариваюсь о новом. Если есть угроза, сначала ухожу в безопасное место и прошу помощи взрослого.</a:t>
            </a:r>
          </a:p>
          <a:p xmlns:a="http://schemas.openxmlformats.org/drawingml/2006/main">
            <a:r>
              <a:t>Ритм: 1 минута — образец; 2 минуты — оба пробуют; 1 минута — запись.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6 мин.</a:t>
            </a:r>
          </a:p>
          <a:p xmlns:a="http://schemas.openxmlformats.org/drawingml/2006/main">
            <a:r>
              <a:t>Реплика: После футбола Миша увидел обидное сообщение. Он готов отправить ответ с угрозой. У каждого одно сведение. Услышьте всех и составьте план: как остановить вред и разобраться.</a:t>
            </a:r>
          </a:p>
          <a:p xmlns:a="http://schemas.openxmlformats.org/drawingml/2006/main">
            <a:r>
              <a:t>Как провести: Команды по четыре получают по одному сведе́нию. Каждый сообщает своё. Запишите первый шаг, что известно и что нужно проверить, к кому обратиться и как предложить разговор. Один представитель читает план. Новое условие пока не открывайте.</a:t>
            </a:r>
          </a:p>
          <a:p xmlns:a="http://schemas.openxmlformats.org/drawingml/2006/main">
            <a:r>
              <a:t>Вопрос: Как учесть обиду, неизвестное авторство сообщения и доступную помощь?</a:t>
            </a:r>
          </a:p>
          <a:p xmlns:a="http://schemas.openxmlformats.org/drawingml/2006/main">
            <a:r>
              <a:t>Ориентир: Не отправлять угрозу, взять паузу, не пересылать скриншот по другим чатам. Проверить исходное сообщение, попросить учителя помочь, спокойно назвать конкретную обиду и просьбу. Футбол можно продолжить без требования терпеть унижение.</a:t>
            </a:r>
          </a:p>
          <a:p xmlns:a="http://schemas.openxmlformats.org/drawingml/2006/main">
            <a:r>
              <a:t>Ритм: 1 минута — сведения; 3 минуты — план; 2 минуты — один ответ и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отдельных командных сведения:</a:t>
            </a:r>
          </a:p>
          <a:p xmlns:a="http://schemas.openxmlformats.org/drawingml/2006/main">
            <a:r>
              <a:t>1. Неотправленный ответ: После футбола Миша увидел скриншот: «Миша вообще не умеет играть». Он набрал ответ с угрозой, но ещё не отправил его.</a:t>
            </a:r>
          </a:p>
          <a:p xmlns:a="http://schemas.openxmlformats.org/drawingml/2006/main">
            <a:r>
              <a:t>2. Что пока неизвестно: Скриншот переслал другой участник. В нём стоит имя Ромы, но Миша ещё не проверил исходное сообщение в общем чате.</a:t>
            </a:r>
          </a:p>
          <a:p xmlns:a="http://schemas.openxmlformats.org/drawingml/2006/main">
            <a:r>
              <a:t>3. Доступная помощь: Учитель сейчас рядом. Он может помочь проверить сообщение и спокойно обсудить унижение. Если появится угроза, можно сразу обратиться к нему.</a:t>
            </a:r>
          </a:p>
          <a:p xmlns:a="http://schemas.openxmlformats.org/drawingml/2006/main">
            <a:r>
              <a:t>4. Что хотят сохранить: Через десять минут начинается следующая игра. Миша хочет продолжить футбол, но не готов терпеть оскорбления. Можно договориться о правилах общения.</a:t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</a:t>
            </a:r>
          </a:p>
          <a:p xmlns:a="http://schemas.openxmlformats.org/drawingml/2006/main">
            <a:r>
              <a:t>Реплика: Попробуй: «Когда ты написал, что я не умею играть, мне стало обидно и я разозлился. Прошу не унижать меня в чате. Ошибки в игре давай обсуждать по делу».</a:t>
            </a:r>
          </a:p>
          <a:p xmlns:a="http://schemas.openxmlformats.org/drawingml/2006/main">
            <a:r>
              <a:t>Как провести: Пары выбирают одну из четырёх ситуаций. Один читает контекст, другой называет конкретное событие, своё чувство и просьбу. Собеседник повторяет, что услышал. Поменяйтесь ролями и возьмите другой случай.</a:t>
            </a:r>
          </a:p>
          <a:p xmlns:a="http://schemas.openxmlformats.org/drawingml/2006/main">
            <a:r>
              <a:t>Вопрос: Как назвать вред и попросить изменений без нападения?</a:t>
            </a:r>
          </a:p>
          <a:p xmlns:a="http://schemas.openxmlformats.org/drawingml/2006/main">
            <a:r>
              <a:t>Ориентир: Говорить о конкретном действии и своей просьбе. Вместо «ты всегда ужасный» — «не называй меня так; обсудим эпизод игры». При угрозе не нужно оставаться в разговоре ради упражнения.</a:t>
            </a:r>
          </a:p>
          <a:p xmlns:a="http://schemas.openxmlformats.org/drawingml/2006/main">
            <a:r>
              <a:t>Ритм: 2 минуты — первый разговор; 2 минуты — смена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Реплика: Новое условие: Рома признал: «Это я написал. Разозлился после проигрыша». Другой участник зовёт Мишу на драку. Что добавим в план?</a:t>
            </a:r>
          </a:p>
          <a:p xmlns:a="http://schemas.openxmlformats.org/drawingml/2006/main">
            <a:r>
              <a:t>Как провести: Команды сохраняют первый план и дописывают второй: ответ на приглашение к драке, конкретную границу и помощь. Затем спросите о Роме: что он должен исправить, кроме объяснения «я был зол»? Две команды читают изменения.</a:t>
            </a:r>
          </a:p>
          <a:p xmlns:a="http://schemas.openxmlformats.org/drawingml/2006/main">
            <a:r>
              <a:t>Вопрос: Как защитить Мишу и вернуть Роме ответственность за сообщение?</a:t>
            </a:r>
          </a:p>
          <a:p xmlns:a="http://schemas.openxmlformats.org/drawingml/2006/main">
            <a:r>
              <a:t>Ориентир: Миша отказывается от драки, требует прекратить унижение и просит учителя помочь. Рома признаёт вред без оправдания, удаляет оскорбление, исправляет слова в том же чате и извиняется. Миша не обязан сразу почувствовать доверие.</a:t>
            </a:r>
          </a:p>
          <a:p xmlns:a="http://schemas.openxmlformats.org/drawingml/2006/main">
            <a:r>
              <a:t>Ритм: 2 минуты — второй план; 2 минуты — два ответа и вопрос об исправлении.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3 мин.</a:t>
            </a:r>
          </a:p>
          <a:p xmlns:a="http://schemas.openxmlformats.org/drawingml/2006/main">
            <a:r>
              <a:t>Реплика: Выбери настоящий или вымышленный случай. Запиши свой сигнал, паузу, фразу и доступную помощь. Если ты уже причинил вред, назови конкретное исправление.</a:t>
            </a:r>
          </a:p>
          <a:p xmlns:a="http://schemas.openxmlformats.org/drawingml/2006/main">
            <a:r>
              <a:t>Как провести: Каждый заполняет шесть полей личного листа. По желанию читает только фразу паузы или добрый шаг. Лист остаётся у участника; личные подробности обсуждать не требуется.</a:t>
            </a:r>
          </a:p>
          <a:p xmlns:a="http://schemas.openxmlformats.org/drawingml/2006/main">
            <a:r>
              <a:t>Вопрос: Что я сделаю первым и когда?</a:t>
            </a:r>
          </a:p>
          <a:p xmlns:a="http://schemas.openxmlformats.org/drawingml/2006/main">
            <a:r>
              <a:t>Ориентир: Конкретное действие: отложить ответ, попросить помощи, договориться о разговоре или исправить испорченное. Извинение называет поступок и вред, а не перекладывает вину на другого.</a:t>
            </a:r>
          </a:p>
          <a:p xmlns:a="http://schemas.openxmlformats.org/drawingml/2006/main">
            <a:r>
              <a:t>Ритм: 2 минуты — запись; 1 минута — добровольный короткий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2 мин.</a:t>
            </a:r>
          </a:p>
          <a:p xmlns:a="http://schemas.openxmlformats.org/drawingml/2006/main">
            <a:r>
              <a:t>Реплика: Господи, когда я сержусь, помоги остановиться и не причинить зла. Научи говорить правду без унижения, просить помощи и исправлять то, чем я ранил другого. Дай мне доброе сердце и силы делать добро. Аминь.</a:t>
            </a:r>
          </a:p>
          <a:p xmlns:a="http://schemas.openxmlformats.org/drawingml/2006/main">
            <a:r>
              <a:t>Как провести: Предложите короткую тишину, затем прочитайте молитву. Можно молча слушать. Оставьте несколько секунд, чтобы вспомнить свой первый шаг.</a:t>
            </a:r>
          </a:p>
          <a:p xmlns:a="http://schemas.openxmlformats.org/drawingml/2006/main">
            <a:r>
              <a:t>Вопрос: О какой помощи я хочу попросить Бога?</a:t>
            </a:r>
          </a:p>
          <a:p xmlns:a="http://schemas.openxmlformats.org/drawingml/2006/main">
            <a:r>
              <a:t>Ориентир: Остановиться, не причинить зла, говорить правду без унижения, принять помощь и исправить причинённый вред. Молитва авторская.</a:t>
            </a:r>
          </a:p>
          <a:p xmlns:a="http://schemas.openxmlformats.org/drawingml/2006/main">
            <a:r>
              <a:t>Ритм: 30 секунд — тишина; 1 минута — молитва и пауза;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Реплика: Заверши две фразы: «Предупреждение Каину важно, потому что…» и «Когда я разозлюсь, первым делом я…». Нужен конкретный поступок.</a:t>
            </a:r>
          </a:p>
          <a:p xmlns:a="http://schemas.openxmlformats.org/drawingml/2006/main">
            <a:r>
              <a:t>Как провести: Попросите два коротких ответа. Каждый выбирает время для своего шага. На следующей встрече предложите добровольно рассказать, что удалось и какая помощь нужна.</a:t>
            </a:r>
          </a:p>
          <a:p xmlns:a="http://schemas.openxmlformats.org/drawingml/2006/main">
            <a:r>
              <a:t>Вопрос: Что я понял о выборе Каина и о своём действии?</a:t>
            </a:r>
          </a:p>
          <a:p xmlns:a="http://schemas.openxmlformats.org/drawingml/2006/main">
            <a:r>
              <a:t>Ориентир: Бог предупреждает до греха; Каин отвечает за убийство. Я могу остановить вредный поступок, попросить помощи, назвать просьбу и исправить то, что сделал.</a:t>
            </a:r>
          </a:p>
          <a:p xmlns:a="http://schemas.openxmlformats.org/drawingml/2006/main">
            <a:r>
              <a:t>Ритм: 1 минута — два ответа; 1 минута — свой шаг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https://bible.by/syn/1/4/; https://bible.by/syn/56/4/. Синодальный перевод — общественное достояние. Сохранены предупреждение до убийства, гибель Авеля, последствия и защита Каина от новой мести. Бог не изображён; вид знамения не придуман. Современные случаи и молитва авторские. Изображения художественные.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a555acc1b4a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f4f3e9edb4b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ed920bd7042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662185d0648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3f651f1c946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441ea1253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0C50901-04B5-4244-BE76-11702B14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2EF0D0-EF77-4C4B-BC43-AD6B2B6C8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BFB0E59-0849-414A-BA53-11F98BD38A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9DBC08-62A5-4AF3-B43B-D10A2359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AB9E9E-898A-45BF-92B2-9C625A66A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A780D4C-38C7-4407-9D7C-EA2FC3C3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AFE4D4-04EA-43E6-8E62-223A9B4412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5D1CE89-BE8A-41B5-8C9C-AA2BECABCD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34B38B5-AC01-460C-89DA-656A3C8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C69B21-37FB-4DBB-9235-18918963C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4456FA-0E62-444D-939D-08E5F2D40E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13D1D8-3BCE-40F3-919B-65A437A86B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01E910C-09BE-4AE4-A2E9-9E80FB31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9F0711-69E2-4347-BFA1-54D40A45D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C0B61B-44E3-448E-9D28-07F90424FB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463d3773884c65" /><Relationship Type="http://schemas.openxmlformats.org/officeDocument/2006/relationships/slideLayout" Target="/ppt/slideLayouts/slideLayout1.xml" Id="Rd0cd92ef98554162" /><Relationship Type="http://schemas.openxmlformats.org/officeDocument/2006/relationships/slideLayout" Target="/ppt/slideLayouts/slideLayout2.xml" Id="R58f003eef89e4ba3" /><Relationship Type="http://schemas.openxmlformats.org/officeDocument/2006/relationships/slideLayout" Target="/ppt/slideLayouts/slideLayout3.xml" Id="R5eb6c5411a834473" /><Relationship Type="http://schemas.openxmlformats.org/officeDocument/2006/relationships/slideLayout" Target="/ppt/slideLayouts/slideLayout4.xml" Id="Rfef8e686567e41e2" /><Relationship Type="http://schemas.openxmlformats.org/officeDocument/2006/relationships/slideLayout" Target="/ppt/slideLayouts/slideLayout5.xml" Id="R7121a5de092d4909" /><Relationship Type="http://schemas.openxmlformats.org/officeDocument/2006/relationships/slideLayout" Target="/ppt/slideLayouts/slideLayout6.xml" Id="Re1ebdae0436744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cd92ef98554162"/>
    <p:sldLayoutId xmlns:r="http://schemas.openxmlformats.org/officeDocument/2006/relationships" id="2147483650" r:id="R58f003eef89e4ba3"/>
    <p:sldLayoutId xmlns:r="http://schemas.openxmlformats.org/officeDocument/2006/relationships" id="2147483651" r:id="R5eb6c5411a834473"/>
    <p:sldLayoutId xmlns:r="http://schemas.openxmlformats.org/officeDocument/2006/relationships" id="2147483652" r:id="Rfef8e686567e41e2"/>
    <p:sldLayoutId xmlns:r="http://schemas.openxmlformats.org/officeDocument/2006/relationships" id="2147483653" r:id="R7121a5de092d4909"/>
    <p:sldLayoutId xmlns:r="http://schemas.openxmlformats.org/officeDocument/2006/relationships" id="2147483654" r:id="Re1ebdae0436744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01765385b4e42" /><Relationship Type="http://schemas.openxmlformats.org/officeDocument/2006/relationships/image" Target="/ppt/media/image.jpeg" Id="Rca1f191617ac477b" /><Relationship Type="http://schemas.openxmlformats.org/officeDocument/2006/relationships/notesSlide" Target="/ppt/notesSlides/notesSlide1.xml" Id="Raa729389576d4a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735299d7a46f6" /><Relationship Type="http://schemas.openxmlformats.org/officeDocument/2006/relationships/image" Target="/ppt/media/image2.jpeg" Id="R18617cae76a545d4" /><Relationship Type="http://schemas.openxmlformats.org/officeDocument/2006/relationships/notesSlide" Target="/ppt/notesSlides/notesSlide2.xml" Id="Rce4ea04ec1c843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729139d5e4a1c" /><Relationship Type="http://schemas.openxmlformats.org/officeDocument/2006/relationships/image" Target="/ppt/media/image3.jpeg" Id="Re9955d253d524b9a" /><Relationship Type="http://schemas.openxmlformats.org/officeDocument/2006/relationships/notesSlide" Target="/ppt/notesSlides/notesSlide3.xml" Id="R3033f785331b4d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4ea8e54dd4790" /><Relationship Type="http://schemas.openxmlformats.org/officeDocument/2006/relationships/image" Target="/ppt/media/image4.jpeg" Id="R4da940c62ddd4057" /><Relationship Type="http://schemas.openxmlformats.org/officeDocument/2006/relationships/notesSlide" Target="/ppt/notesSlides/notesSlide4.xml" Id="Re8743fad3c7a4d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d038a03544d5f" /><Relationship Type="http://schemas.openxmlformats.org/officeDocument/2006/relationships/image" Target="/ppt/media/image5.jpeg" Id="Rd3b0450c56e94798" /><Relationship Type="http://schemas.openxmlformats.org/officeDocument/2006/relationships/notesSlide" Target="/ppt/notesSlides/notesSlide5.xml" Id="R57f26433dcda45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f29de8f1b43a8" /><Relationship Type="http://schemas.openxmlformats.org/officeDocument/2006/relationships/image" Target="/ppt/media/image6.jpeg" Id="R3172522d7d164525" /><Relationship Type="http://schemas.openxmlformats.org/officeDocument/2006/relationships/notesSlide" Target="/ppt/notesSlides/notesSlide6.xml" Id="Rb3656692c2c741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469707071346b2" /><Relationship Type="http://schemas.openxmlformats.org/officeDocument/2006/relationships/image" Target="/ppt/media/image7.jpeg" Id="R32d00814802442be" /><Relationship Type="http://schemas.openxmlformats.org/officeDocument/2006/relationships/notesSlide" Target="/ppt/notesSlides/notesSlide7.xml" Id="R8a2a4e7a7eab4e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169ae94344c8c" /><Relationship Type="http://schemas.openxmlformats.org/officeDocument/2006/relationships/image" Target="/ppt/media/image8.jpeg" Id="R1e10b1c5697a448b" /><Relationship Type="http://schemas.openxmlformats.org/officeDocument/2006/relationships/notesSlide" Target="/ppt/notesSlides/notesSlide8.xml" Id="R6c6064097b8e4b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7f4e11a774d91" /><Relationship Type="http://schemas.openxmlformats.org/officeDocument/2006/relationships/image" Target="/ppt/media/image9.jpeg" Id="R1f0f5c9bd0f74587" /><Relationship Type="http://schemas.openxmlformats.org/officeDocument/2006/relationships/notesSlide" Target="/ppt/notesSlides/notesSlide9.xml" Id="R21528a0003094d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30d7a46674ffe" /><Relationship Type="http://schemas.openxmlformats.org/officeDocument/2006/relationships/image" Target="/ppt/media/image10.jpeg" Id="Ref898eaa686d499b" /><Relationship Type="http://schemas.openxmlformats.org/officeDocument/2006/relationships/notesSlide" Target="/ppt/notesSlides/notesSlide10.xml" Id="Rc3aca3af357448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290800b8c410d" /><Relationship Type="http://schemas.openxmlformats.org/officeDocument/2006/relationships/image" Target="/ppt/media/image11.jpeg" Id="R50b1d88472fc4237" /><Relationship Type="http://schemas.openxmlformats.org/officeDocument/2006/relationships/notesSlide" Target="/ppt/notesSlides/notesSlide11.xml" Id="R0a0caca4e46d4b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d7989ae6848c2" /><Relationship Type="http://schemas.openxmlformats.org/officeDocument/2006/relationships/image" Target="/ppt/media/image12.jpeg" Id="Rafff3ed858304a18" /><Relationship Type="http://schemas.openxmlformats.org/officeDocument/2006/relationships/notesSlide" Target="/ppt/notesSlides/notesSlide12.xml" Id="R3aa0269e7576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f191617ac477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41F07-CB4F-4644-9CDD-E59E431F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048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разозлился.</a:t>
            </a:r>
          </a:p>
          <a:p xmlns:a="http://schemas.openxmlformats.org/drawingml/2006/main">
            <a:pPr>
              <a:def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теперь?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32648-C594-4F00-8325-77A745E4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483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Каин и Авель</a:t>
            </a:r>
          </a:p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Гнев и мой выбор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53A6A-595D-4047-9D84-558429DE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DB652-82F4-4D98-AB2C-80947E90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Быт. 4; Еф. 4:26</a:t>
            </a:r>
          </a:p>
        </p:txBody>
      </p:sp>
    </p:spTree>
    <p:extLst>
      <p:ext uri="{BB962C8B-B14F-4D97-AF65-F5344CB8AC3E}">
        <p14:creationId xmlns:p14="http://schemas.microsoft.com/office/powerpoint/2010/main" val="163093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703F8-764B-474F-9759-FB21759A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Каин и Авель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17cae76a545d4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98867-795E-468E-B96C-F475548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Читаем Быт. 4:1–16.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Заметь предупреждение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 поступка Каина.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После чтения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сразу сценка.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05BD4-47FA-4825-9B26-F8617771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После полного чтения сразу сценка; обсуждение после неё.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3294B-1054-413F-B4EE-7B83A3E9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6065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35D2A-B3D8-49FA-9A9E-2886BB40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Сценка: предупреждение и выбор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55d253d524b9a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8F054-9FF5-44F1-8764-91AB3A2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Рассказчик · Каин · Авель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Дары.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Предупреждение.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Поле.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Вопрос и последствия.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95765-8079-47ED-AC3A-1AED22A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Слова Господа читает рассказчик.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BC336-6AED-403C-ACFB-9565D857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7125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0C39C-9EDA-4BEC-BE61-6120416C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Гневаясь, не согрешайте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940c62ddd4057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4CA38-EBC4-4989-B164-2EEDC30A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«Гневаясь, не согрешайте: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солнце да не зайдёт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во гневе вашем».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Еф. 4:26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начать добрый шаг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сейчас?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3880D-293D-4290-ABED-7A9D56E9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Читаем Еф. 4:26–32: добрые слова и поступки.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EC381-EB18-4333-A89B-AA4D187F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5526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10BA4-DEC8-4457-9985-D6E92A64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Сигнал, вред или помощь?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0450c56e9479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1A6A7-C024-4643-8A0A-C87279F8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Сигнал: руки напряжены.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Вред: ответная угроза.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Помощь: взять паузу.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Разложите шесть карточек.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можно заметить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 поступка?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ADBFB-E4DE-4330-8E15-1E108996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У каждого свои сигналы. Они не оправдывают вред.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2E42F-8916-4AF4-AF54-CE9EC54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6457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77FE8-9719-48ED-830D-7205C091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Моя пауза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2522d7d164525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23078-789A-4B3E-A0A7-93BD1CF6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Отложить телефон.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Остановить резкие слова.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Разжать руки. Подышать.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«Мне нужно пять минут.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Потом поговорим».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48D24-C6EA-4BED-BE78-E4C50A93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Назови время возвращения к разговору.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25443-1EF2-4877-9FFF-E52F7C05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0610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BFD89-2599-4CBA-AD15-BBCC7BFE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Четыре сведения — один план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00814802442be"/>
          <a:stretch xmlns:a="http://schemas.openxmlformats.org/drawingml/2006/main"/>
        </p:blipFill>
        <p:spPr>
          <a:xfrm xmlns:a="http://schemas.openxmlformats.org/drawingml/2006/main">
            <a:off x="5429250" y="2038518"/>
            <a:ext cx="6153150" cy="345723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30FE9-A137-4690-B4A0-8D498F8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Миша увидел скриншот.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Он готов ответить угрозой.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каждого одно сведение.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Услышьте всех.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остановить?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проверить? Кто поможет?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4A28D-27FD-49B1-80A4-01CBE4CF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Сначала первый план; новое условие прозвучит позже.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9017E-EDD9-4D9B-A9AF-ABA08AC0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3366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F2A7A-21C6-4B47-8938-94035381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Сказать, что меня задело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0b1c5697a448b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E7B10-D0E6-4809-93AF-3668587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«Когда ты написал это,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мне стало обидно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я разозлился.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Прошу не унижать меня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 чате. Ошибки в игре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обсудим по делу».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Выслушай ответ.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4719A-8368-4130-8C8C-37487126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Событие, чувство, просьба. Оба пробуют разговор.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EC028-8467-4F41-B858-9027AD58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3950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83E75-2328-4A15-803C-D791FC42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Если обида подтвердилась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f5c9bd0f74587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FFE0B-487C-4FD8-AD06-4FBE6CB8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Рома признал: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«Это я написал».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Мишу зовут на драку.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защитить себя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без ответного вреда?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должен исправить Рома?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885A0-7834-4DE3-BAD1-ACBBC018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Первый план не стирайте. Допишите второй.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E72C8-D3EB-4B35-BB09-F031E260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8490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5E975-838B-4450-96BB-A5B34E51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шаг без вреда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98eaa686d499b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DE1BF-B2A2-4E89-8DC0-8219757C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меня задело?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Какой сигнал я замечаю?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Какого вреда не сделаю?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Моя пауза и просьба.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Кто поможет?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нужно исправить?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первый шаг и время.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80C22-4573-4DAE-9481-2332038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Лист остаётся у тебя. Можно взять вымышленный случай.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87FC5-4209-4598-8A47-3B2B5AD1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1060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9186A-1FFC-40C0-B97F-642FACFB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Молитва о добром сердце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1d88472fc4237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898B9-611F-47A0-87D0-5BAF6049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Господи, когда я сержусь,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помоги остановиться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не причинить зла.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Научи говорить правду без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унижения, просить помощи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исправлять то, чем я ранил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другого. Дай мне доброе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сердце и силы делать добро.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Аминь.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EBAD6-A61E-4E05-8267-C8708A1A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Авторская молитва. Можно молча слушать.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EA86A-3033-47DC-ABFF-9C54685E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90344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E8311-4F94-49CA-AB27-7A43C0E3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Гнев и мой следующий поступок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f3ed858304a18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FF717-0F30-4BDF-9101-D1BDC8DA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«Каин мог выбрать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иной поступок, когда…»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«Когда я разозлюсь,</a:t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первый шаг…»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Назови конкретное действие.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71749-6642-475F-87BF-8C5D82D2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Я отвечаю за свой поступок и могу начать добрый шаг.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F2AB4-5EC2-4F1F-A506-5696934D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1135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2026-10-03T17:17:51.8180000Z</dcterms:created>
  <dcterms:modified xsi:type="dcterms:W3CDTF">2026-10-03T17:17:51.8180000Z</dcterms:modified>
</coreProperties>
</file>