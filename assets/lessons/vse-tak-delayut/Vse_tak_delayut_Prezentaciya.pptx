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32b26bd1b044df" /><Relationship Type="http://schemas.openxmlformats.org/officeDocument/2006/relationships/extended-properties" Target="/docProps/app.xml" Id="R2d682e19046949d2" /><Relationship Type="http://schemas.openxmlformats.org/officeDocument/2006/relationships/officeDocument" Target="/ppt/presentation.xml" Id="Ra16496ca199146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01bb2d03ce4ce9"/>
  </p:sldMasterIdLst>
  <p:notesMasterIdLst>
    <p:notesMasterId xmlns:r="http://schemas.openxmlformats.org/officeDocument/2006/relationships" r:id="R53c9b59521b04210"/>
  </p:notesMasterIdLst>
  <p:sldIdLst>
    <p:sldId xmlns:r="http://schemas.openxmlformats.org/officeDocument/2006/relationships" id="256" r:id="R19da688de8cc4839"/>
    <p:sldId xmlns:r="http://schemas.openxmlformats.org/officeDocument/2006/relationships" id="257" r:id="Rf561ddf642b44bd5"/>
    <p:sldId xmlns:r="http://schemas.openxmlformats.org/officeDocument/2006/relationships" id="258" r:id="R8e28ed37b87c407b"/>
    <p:sldId xmlns:r="http://schemas.openxmlformats.org/officeDocument/2006/relationships" id="259" r:id="R33345ed16f644f14"/>
    <p:sldId xmlns:r="http://schemas.openxmlformats.org/officeDocument/2006/relationships" id="260" r:id="R0c101eb22f154f7b"/>
    <p:sldId xmlns:r="http://schemas.openxmlformats.org/officeDocument/2006/relationships" id="261" r:id="Racf61903506e473d"/>
    <p:sldId xmlns:r="http://schemas.openxmlformats.org/officeDocument/2006/relationships" id="262" r:id="Rb6099d747fb54cdb"/>
    <p:sldId xmlns:r="http://schemas.openxmlformats.org/officeDocument/2006/relationships" id="263" r:id="R30402d05bdc64967"/>
    <p:sldId xmlns:r="http://schemas.openxmlformats.org/officeDocument/2006/relationships" id="264" r:id="R8cf4c2aeb67c4cd8"/>
    <p:sldId xmlns:r="http://schemas.openxmlformats.org/officeDocument/2006/relationships" id="265" r:id="R6745dadc96e14e9c"/>
    <p:sldId xmlns:r="http://schemas.openxmlformats.org/officeDocument/2006/relationships" id="266" r:id="Rfd3a95e2171a4efe"/>
    <p:sldId xmlns:r="http://schemas.openxmlformats.org/officeDocument/2006/relationships" id="267" r:id="Rb5607572d9a64f9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004482c8df418d" /><Relationship Type="http://schemas.openxmlformats.org/officeDocument/2006/relationships/slideMaster" Target="/ppt/slideMasters/slideMaster1.xml" Id="Raf01bb2d03ce4ce9" /><Relationship Type="http://schemas.openxmlformats.org/officeDocument/2006/relationships/notesMaster" Target="/ppt/notesMasters/notesMaster1.xml" Id="R53c9b59521b04210" /><Relationship Type="http://schemas.openxmlformats.org/officeDocument/2006/relationships/presProps" Target="/ppt/presProps.xml" Id="R83b8a6a25f5a4b57" /><Relationship Type="http://schemas.openxmlformats.org/officeDocument/2006/relationships/tableStyles" Target="/ppt/tableStyles.xml" Id="R741854496e134e93" /><Relationship Type="http://schemas.openxmlformats.org/officeDocument/2006/relationships/slide" Target="/ppt/slides/slide1.xml" Id="R19da688de8cc4839" /><Relationship Type="http://schemas.openxmlformats.org/officeDocument/2006/relationships/slide" Target="/ppt/slides/slide2.xml" Id="Rf561ddf642b44bd5" /><Relationship Type="http://schemas.openxmlformats.org/officeDocument/2006/relationships/slide" Target="/ppt/slides/slide3.xml" Id="R8e28ed37b87c407b" /><Relationship Type="http://schemas.openxmlformats.org/officeDocument/2006/relationships/slide" Target="/ppt/slides/slide4.xml" Id="R33345ed16f644f14" /><Relationship Type="http://schemas.openxmlformats.org/officeDocument/2006/relationships/slide" Target="/ppt/slides/slide5.xml" Id="R0c101eb22f154f7b" /><Relationship Type="http://schemas.openxmlformats.org/officeDocument/2006/relationships/slide" Target="/ppt/slides/slide6.xml" Id="Racf61903506e473d" /><Relationship Type="http://schemas.openxmlformats.org/officeDocument/2006/relationships/slide" Target="/ppt/slides/slide7.xml" Id="Rb6099d747fb54cdb" /><Relationship Type="http://schemas.openxmlformats.org/officeDocument/2006/relationships/slide" Target="/ppt/slides/slide8.xml" Id="R30402d05bdc64967" /><Relationship Type="http://schemas.openxmlformats.org/officeDocument/2006/relationships/slide" Target="/ppt/slides/slide9.xml" Id="R8cf4c2aeb67c4cd8" /><Relationship Type="http://schemas.openxmlformats.org/officeDocument/2006/relationships/slide" Target="/ppt/slides/slide10.xml" Id="R6745dadc96e14e9c" /><Relationship Type="http://schemas.openxmlformats.org/officeDocument/2006/relationships/slide" Target="/ppt/slides/slide11.xml" Id="Rfd3a95e2171a4efe" /><Relationship Type="http://schemas.openxmlformats.org/officeDocument/2006/relationships/slide" Target="/ppt/slides/slide12.xml" Id="Rb5607572d9a64f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e64af9433a48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033f6551fd4d34" /><Relationship Type="http://schemas.openxmlformats.org/officeDocument/2006/relationships/notesMaster" Target="/ppt/notesMasters/notesMaster1.xml" Id="R8bb3a9c4ab1f40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96aaf3efa04378" /><Relationship Type="http://schemas.openxmlformats.org/officeDocument/2006/relationships/notesMaster" Target="/ppt/notesMasters/notesMaster1.xml" Id="Reb0cb3f25dde47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ea2da762f34607" /><Relationship Type="http://schemas.openxmlformats.org/officeDocument/2006/relationships/notesMaster" Target="/ppt/notesMasters/notesMaster1.xml" Id="R2fc45c60e72942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4a0b7afe2547b4" /><Relationship Type="http://schemas.openxmlformats.org/officeDocument/2006/relationships/notesMaster" Target="/ppt/notesMasters/notesMaster1.xml" Id="R0e056cc9a82b47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e18b073a5747ce" /><Relationship Type="http://schemas.openxmlformats.org/officeDocument/2006/relationships/notesMaster" Target="/ppt/notesMasters/notesMaster1.xml" Id="Ra90747c014484b5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ad32b899e74f56" /><Relationship Type="http://schemas.openxmlformats.org/officeDocument/2006/relationships/notesMaster" Target="/ppt/notesMasters/notesMaster1.xml" Id="R17cae66d7259499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0f87ddef9a42bf" /><Relationship Type="http://schemas.openxmlformats.org/officeDocument/2006/relationships/notesMaster" Target="/ppt/notesMasters/notesMaster1.xml" Id="Rae9e7fbc7063428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84e0df85f3846bb" /><Relationship Type="http://schemas.openxmlformats.org/officeDocument/2006/relationships/notesMaster" Target="/ppt/notesMasters/notesMaster1.xml" Id="Rd34d4d15adc5465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e0a49b2121d4e82" /><Relationship Type="http://schemas.openxmlformats.org/officeDocument/2006/relationships/notesMaster" Target="/ppt/notesMasters/notesMaster1.xml" Id="R8359a4e9a8024d2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e7c6f99610a436b" /><Relationship Type="http://schemas.openxmlformats.org/officeDocument/2006/relationships/notesMaster" Target="/ppt/notesMasters/notesMaster1.xml" Id="R78a91127b7c84bf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31670f120414765" /><Relationship Type="http://schemas.openxmlformats.org/officeDocument/2006/relationships/notesMaster" Target="/ppt/notesMasters/notesMaster1.xml" Id="Rc3eee0e54081414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f651cb1b0974c04" /><Relationship Type="http://schemas.openxmlformats.org/officeDocument/2006/relationships/notesMaster" Target="/ppt/notesMasters/notesMaster1.xml" Id="R96bd02d62e7a45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1. 2 мин.</a:t>
            </a:r>
          </a:p>
          <a:p xmlns:a="http://schemas.openxmlformats.org/drawingml/2006/main">
            <a:r>
              <a:t>Реплика: Бывает, очень хочется быть своим. Вопрос: как остаться с друзьями и сохранить верность Богу и совести, когда тебя зовут к плохому поступку?</a:t>
            </a:r>
          </a:p>
          <a:p xmlns:a="http://schemas.openxmlformats.org/drawingml/2006/main">
            <a:r>
              <a:t>Как провести: Попросите показать рукой: выбор футболки — просто общее увлечение или повод для нравственного отказа? Затем: переслать чужое унизительное фото. Примите два коротких объяснения.</a:t>
            </a:r>
          </a:p>
          <a:p xmlns:a="http://schemas.openxmlformats.org/drawingml/2006/main">
            <a:r>
              <a:t>Вопрос: Когда общая привычка становится давлением?</a:t>
            </a:r>
          </a:p>
          <a:p xmlns:a="http://schemas.openxmlformats.org/drawingml/2006/main">
            <a:r>
              <a:t>Ориентир: Когда согласие требуют ценой чужого унижения, обмана или измены Богу. Совместное добро и одинаковые вкусы сами по себе не плохи.</a:t>
            </a:r>
          </a:p>
          <a:p xmlns:a="http://schemas.openxmlformats.org/drawingml/2006/main">
            <a:r>
              <a:t>Ритм: 30 секунд — вступление, 1 минута — два примера, 30 секунд — переход.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Библейский источник: https://azbyka.ru/biblia/?Dan.3. Православная нумерация Дан. 3 с молитвой Азарии и песнью отроков; ст. 91–95 соответствуют ст. 24–28 в изданиях без них. Синодальный перевод — общественное достояние. Современные случаи и молитва авторские. Изображение художественное.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2. 7 мин.</a:t>
            </a:r>
          </a:p>
          <a:p xmlns:a="http://schemas.openxmlformats.org/drawingml/2006/main">
            <a:r>
              <a:t>Реплика: Прочитаем фрагменты Дан. 3. Запомните повеление царя, ответ троих и то, что произошло в печи. Сразу после чтения разыграем историю.</a:t>
            </a:r>
          </a:p>
          <a:p xmlns:a="http://schemas.openxmlformats.org/drawingml/2006/main">
            <a:r>
              <a:t>Как провести: Учитель читает все напечатанные фрагменты подряд: Дан. 3:1, 4–7, 12–24, 49–51, 91–95. Перед ст. 49 поясните переход: «Далее в главе звучит молитва Азарии — это прежнее имя Авденаго; сейчас читаем о помощи Бога и песне троих». Перед ст. 91: «После песни рассказ возвращается к царю». Пять участников получают роли заранее. Пока не задавайте вопросов.</a:t>
            </a:r>
          </a:p>
          <a:p xmlns:a="http://schemas.openxmlformats.org/drawingml/2006/main">
            <a:r>
              <a:t>Вопрос: Задание слушателям: заметить ответ до спасения.</a:t>
            </a:r>
          </a:p>
          <a:p xmlns:a="http://schemas.openxmlformats.org/drawingml/2006/main">
            <a:r>
              <a:t>Ориентир: Ст. 17–18: Бог силён спасти, но отказ поклониться идолу сохраняется и без гарантии спасения.</a:t>
            </a:r>
          </a:p>
          <a:p xmlns:a="http://schemas.openxmlformats.org/drawingml/2006/main">
            <a:r>
              <a:t>Ритм: До 6 минут — чтение и два перехода, 1 минута — открыть сценку.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Выбранные фрагменты, не вся глава: Дан. 3:1, 4–7, 12–24, 49–51, 91–95. Синодальный перевод, православная нумерация.</a:t>
            </a:r>
          </a:p>
          <a:p xmlns:a="http://schemas.openxmlformats.org/drawingml/2006/main">
            <a:r>
              <a:t>1. Царь Навуходоносор сделал золотой истукан, вышиною в шестьдесят локтей, шириною в шесть локтей, поставил его на поле Деире, в области Вавилонской.</a:t>
            </a:r>
          </a:p>
          <a:p xmlns:a="http://schemas.openxmlformats.org/drawingml/2006/main">
            <a:r>
              <a:t>4. Тогда глашатай громко воскликнул: объявляется вам, народы, племена и языки:</a:t>
            </a:r>
          </a:p>
          <a:p xmlns:a="http://schemas.openxmlformats.org/drawingml/2006/main">
            <a:r>
              <a:t>5. в то время, как услышите звук трубы, свирели, цитры, цевницы, гуслей и симфонии и всяких музыкальных орудий, падите и поклонитесь золотому истукану, которого поставил царь Навуходоносор.</a:t>
            </a:r>
          </a:p>
          <a:p xmlns:a="http://schemas.openxmlformats.org/drawingml/2006/main">
            <a:r>
              <a:t>6. А кто не падёт и не поклонится, тотчас брошен будет в печь, раскалённую огнём.</a:t>
            </a:r>
          </a:p>
          <a:p xmlns:a="http://schemas.openxmlformats.org/drawingml/2006/main">
            <a:r>
              <a:t>7. Посему, когда все народы услышали звук трубы, свирели, цитры, цевницы, гуслей и всякого рода музыкальных орудий, то пали все народы, племена и языки, и поклонились золотому истукану, которого поставил Навуходоносор царь.</a:t>
            </a:r>
          </a:p>
          <a:p xmlns:a="http://schemas.openxmlformats.org/drawingml/2006/main">
            <a:r>
              <a:t>12. Есть мужи Иудейские, которых ты поставил над делами страны Вавилонской: Седрах, Мисах и Авденаго; эти мужи не повинуются повелению твоему, царь, богам твоим не служат и золотому истукану, которого ты поставил, не поклоняются.</a:t>
            </a:r>
          </a:p>
          <a:p xmlns:a="http://schemas.openxmlformats.org/drawingml/2006/main">
            <a:r>
              <a:t>13. Тогда Навуходоносор во гневе и ярости повелел привести Седраха, Мисаха и Авденаго; и приведены были эти мужи к царю.</a:t>
            </a:r>
          </a:p>
          <a:p xmlns:a="http://schemas.openxmlformats.org/drawingml/2006/main">
            <a:r>
              <a:t>14. Навуходоносор сказал им: с умыслом ли вы, Седрах, Мисах и Авденаго, богам моим не служите, и золотому истукану, которого я поставил, не поклоняетесь?</a:t>
            </a:r>
          </a:p>
          <a:p xmlns:a="http://schemas.openxmlformats.org/drawingml/2006/main">
            <a:r>
              <a:t>15. Отныне, если вы готовы, как скоро услышите звук трубы, свирели, цитры, цевницы, гуслей, симфонии и всякого рода музыкальных орудий, падите и поклонитесь истукану, которого я сделал; если же не поклонитесь, то в тот же час брошены будете в печь, раскалённую огнём, и тогда какой Бог избавит вас от руки моей?</a:t>
            </a:r>
          </a:p>
          <a:p xmlns:a="http://schemas.openxmlformats.org/drawingml/2006/main">
            <a:r>
              <a:t>16. И отвечали Седрах, Мисах и Авденаго, и сказали царю Навуходоносору: нет нужды нам отвечать тебе на это.</a:t>
            </a:r>
          </a:p>
          <a:p xmlns:a="http://schemas.openxmlformats.org/drawingml/2006/main">
            <a:r>
              <a:t>17. Бог наш, Которому мы служим, силён спасти нас от печи, раскалённой огнём, и от руки твоей, царь, избавит.</a:t>
            </a:r>
          </a:p>
          <a:p xmlns:a="http://schemas.openxmlformats.org/drawingml/2006/main">
            <a:r>
              <a:t>18. Если же и не будет того, то да будет известно тебе, царь, что мы богам твоим служить не будем и золотому истукану, которого ты поставил, не поклонимся.</a:t>
            </a:r>
          </a:p>
          <a:p xmlns:a="http://schemas.openxmlformats.org/drawingml/2006/main">
            <a:r>
              <a:t>19. Тогда Навуходоносор исполнился ярости, и вид лица его изменился на Седраха, Мисаха и Авденаго, и он повелел разжечь печь в семь раз сильнее, нежели как обыкновенно разжигали её,</a:t>
            </a:r>
          </a:p>
          <a:p xmlns:a="http://schemas.openxmlformats.org/drawingml/2006/main">
            <a:r>
              <a:t>20. и самым сильным мужам из войска своего приказал связать Седраха, Мисаха и Авденаго и бросить их в печь, раскалённую огнём.</a:t>
            </a:r>
          </a:p>
          <a:p xmlns:a="http://schemas.openxmlformats.org/drawingml/2006/main">
            <a:r>
              <a:t>21. Тогда мужи сии связаны были в исподнем и верхнем платье своём, в головных повязках и в прочих одеждах своих, и брошены в печь, раскалённую огнём.</a:t>
            </a:r>
          </a:p>
          <a:p xmlns:a="http://schemas.openxmlformats.org/drawingml/2006/main">
            <a:r>
              <a:t>22. И как повеление царя было строго, и печь раскалена была чрезвычайно, то пламя огня убило тех людей, которые бросали Седраха, Мисаха и Авденаго.</a:t>
            </a:r>
          </a:p>
          <a:p xmlns:a="http://schemas.openxmlformats.org/drawingml/2006/main">
            <a:r>
              <a:t>23. А сии три мужа, — Седрах, Мисах и Авденаго, — упали в раскалённую огнём печь связанные.</a:t>
            </a:r>
          </a:p>
          <a:p xmlns:a="http://schemas.openxmlformats.org/drawingml/2006/main">
            <a:r>
              <a:t>24. И ходили посреди пламени, воспевая Бога и благословляя Господа.</a:t>
            </a:r>
          </a:p>
          <a:p xmlns:a="http://schemas.openxmlformats.org/drawingml/2006/main">
            <a:r>
              <a:t>49. Но Ангел Господень сошел в печь вместе с Азариею и бывшими с ним</a:t>
            </a:r>
          </a:p>
          <a:p xmlns:a="http://schemas.openxmlformats.org/drawingml/2006/main">
            <a:r>
              <a:t>50. и выбросил пламень огня из печи, и сделал, что в средине печи был как бы шумящий влажный ветер, и огонь нисколько не прикоснулся к ним, и не повредил им, и не смутил их.</a:t>
            </a:r>
          </a:p>
          <a:p xmlns:a="http://schemas.openxmlformats.org/drawingml/2006/main">
            <a:r>
              <a:t>51. Тогда сии трое, как бы одними устами, воспели в печи, и благословили и прославили Бога:</a:t>
            </a:r>
          </a:p>
          <a:p xmlns:a="http://schemas.openxmlformats.org/drawingml/2006/main">
            <a:r>
              <a:t>91. Навуходоносор царь, [услышав, что они поют,] изумился, и поспешно встал, и сказал вельможам своим: не троих ли мужей бросили мы в огонь связанными? Они в ответ сказали царю: истинно так, царь!</a:t>
            </a:r>
          </a:p>
          <a:p xmlns:a="http://schemas.openxmlformats.org/drawingml/2006/main">
            <a:r>
              <a:t>92. На это он сказал: вот, я вижу четырёх мужей несвязанных, ходящих среди огня, и нет им вреда; и вид четвёртого подобен сыну Божию.</a:t>
            </a:r>
          </a:p>
          <a:p xmlns:a="http://schemas.openxmlformats.org/drawingml/2006/main">
            <a:r>
              <a:t>93. Тогда подошёл Навуходоносор к устью печи, раскалённой огнём, и сказал: Седрах, Мисах и Авденаго, рабы Бога Всевышнего! выйдите и подойдите! Тогда Седрах, Мисах и Авденаго вышли из среды огня.</a:t>
            </a:r>
          </a:p>
          <a:p xmlns:a="http://schemas.openxmlformats.org/drawingml/2006/main">
            <a:r>
              <a:t>94. И, собравшись, сатрапы, наместники, военачальники и советники царя усмотрели, что над телами мужей сих огонь не имел силы, и волосы на голове не опалены, и одежды их не изменились, и даже запаха огня не было от них.</a:t>
            </a:r>
          </a:p>
          <a:p xmlns:a="http://schemas.openxmlformats.org/drawingml/2006/main">
            <a:r>
              <a:t>95. Тогда Навуходоносор сказал: благословен Бог Седраха, Мисаха и Авденаго, Который послал Ангела Своего и избавил рабов Своих, которые надеялись на Него и не послушались царского повеления, и предали тела свои огню, чтобы не служить и не поклоняться иному богу, кроме Бога своего!</a:t>
            </a:r>
          </a:p>
          <a:p xmlns:a="http://schemas.openxmlformats.org/drawingml/2006/main">
            <a:r>
              <a:t>Библейский источник: https://azbyka.ru/biblia/?Dan.3. Православная нумерация Дан. 3 с молитвой Азарии и песнью отроков; ст. 91–95 соответствуют ст. 24–28 в изданиях без них. Синодальный перевод — общественное достояние. Современные случаи и молитва авторские. Изображение художественное.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3. 5 мин.</a:t>
            </a:r>
          </a:p>
          <a:p xmlns:a="http://schemas.openxmlformats.org/drawingml/2006/main">
            <a:r>
              <a:t>Реплика: Пять ролей: рассказчик-глашатай, царь, Седрах, Мисах, Авденаго. Зрители следят: что требовали и почему трое отказались?</a:t>
            </a:r>
          </a:p>
          <a:p xmlns:a="http://schemas.openxmlformats.org/drawingml/2006/main">
            <a:r>
              <a:t>Как провести: Разыграйте четыре эпизода по приложенному сценарию: повеление, ответ царю, печь, спасение. Рассказчик сообщает переходы; реплики троих произносятся до рассказа о чуде. После финала участники возвращаются на места.</a:t>
            </a:r>
          </a:p>
          <a:p xmlns:a="http://schemas.openxmlformats.org/drawingml/2006/main">
            <a:r>
              <a:t>Вопрос: Наблюдать без обсуждения до окончания сценки.</a:t>
            </a:r>
          </a:p>
          <a:p xmlns:a="http://schemas.openxmlformats.org/drawingml/2006/main">
            <a:r>
              <a:t>Ориентир: Три героя, одна общая позиция; в печи царь видит четверых. Даниил в этой сцене не участвует.</a:t>
            </a:r>
          </a:p>
          <a:p xmlns:a="http://schemas.openxmlformats.org/drawingml/2006/main">
            <a:r>
              <a:t>Ритм: 30 секунд — места; 4 минуты — четыре эпизода; 30 секунд — возвращение.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Полная сценка, пять ролей:</a:t>
            </a:r>
          </a:p>
          <a:p xmlns:a="http://schemas.openxmlformats.org/drawingml/2006/main">
            <a:r>
              <a:t>Рассказчик-глашатай: Поставьте стул царю, рядом обозначьте место истукана карточкой. Трое стоят вместе. Эпизод 1: «Царь поставил золотой истукан. При звуке музыки велено поклониться ему; за отказ угрожают печью». Сделайте один хлопок — сигнал музыки. Прочие участники остаются зрителями.</a:t>
            </a:r>
          </a:p>
          <a:p xmlns:a="http://schemas.openxmlformats.org/drawingml/2006/main">
            <a:r>
              <a:t>Седрах, Мисах, Авденаго: Останьтесь стоять. Рассказчик: «На троих донесли царю, потому что они не поклоняются истукану». Подойдите к царю.</a:t>
            </a:r>
          </a:p>
          <a:p xmlns:a="http://schemas.openxmlformats.org/drawingml/2006/main">
            <a:r>
              <a:t>Царь: Эпизод 2: «Почему вы не поклоняетесь? Я даю ещё одну возможность. Если откажетесь, вас бросят в печь. Какой Бог избавит вас?» Это пересказ Дан. 3:14–15.</a:t>
            </a:r>
          </a:p>
          <a:p xmlns:a="http://schemas.openxmlformats.org/drawingml/2006/main">
            <a:r>
              <a:t>Седрах: «Нет нужды нам отвечать тебе на это» — слова общего ответа, Дан. 3:16.</a:t>
            </a:r>
          </a:p>
          <a:p xmlns:a="http://schemas.openxmlformats.org/drawingml/2006/main">
            <a:r>
              <a:t>Мисах: «Бог наш, Которому мы служим, силен спасти нас от печи, раскаленной огнем, и от руки твоей, царь, избавит» — Дан. 3:17.</a:t>
            </a:r>
          </a:p>
          <a:p xmlns:a="http://schemas.openxmlformats.org/drawingml/2006/main">
            <a:r>
              <a:t>Авденаго: «Если же и не будет того, то да будет известно тебе, царь, что мы богам твоим служить не будем и золотому истукану, которого ты поставил, не поклонимся» — Дан. 3:18.</a:t>
            </a:r>
          </a:p>
          <a:p xmlns:a="http://schemas.openxmlformats.org/drawingml/2006/main">
            <a:r>
              <a:t>Рассказчик: Эпизод 3: «Царь разгневался. Троих связали и бросили в раскалённую печь. Они славили Господа. Ангел Господень сошёл в печь; огонь не повредил им». Трое переходят к карточке печи, стоят рядом. Учитель открывает рисунок 04.</a:t>
            </a:r>
          </a:p>
          <a:p xmlns:a="http://schemas.openxmlformats.org/drawingml/2006/main">
            <a:r>
              <a:t>Царь: Эпизод 4: «Не троих ли мы бросили? Я вижу четверых, и нет им вреда! Седрах, Мисах, Авденаго, выйдите и подойдите!» Пересказ Дан. 3:91–93.</a:t>
            </a:r>
          </a:p>
          <a:p xmlns:a="http://schemas.openxmlformats.org/drawingml/2006/main">
            <a:r>
              <a:t>Седрах, Мисах, Авденаго: Выйдите вместе к царю. Рассказчик: «Их волосы не опалены, одежды не изменились, даже запаха огня нет». Дан. 3:94.</a:t>
            </a:r>
          </a:p>
          <a:p xmlns:a="http://schemas.openxmlformats.org/drawingml/2006/main">
            <a:r>
              <a:t>Царь: «Благословен Бог Седраха, Мисаха и Авденаго, Который послал Ангела Своего и избавил рабов Своих» — начало Дан. 3:95. Рассказчик завершает: «Они надеялись на Бога и отказались служить иному богу».</a:t>
            </a:r>
          </a:p>
          <a:p xmlns:a="http://schemas.openxmlformats.org/drawingml/2006/main">
            <a:r>
              <a:t>Библейский источник: https://azbyka.ru/biblia/?Dan.3. Православная нумерация Дан. 3 с молитвой Азарии и песнью отроков; ст. 91–95 соответствуют ст. 24–28 в изданиях без них. Синодальный перевод — общественное достояние. Современные случаи и молитва авторские. Изображение художественное.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4. 3 мин.</a:t>
            </a:r>
          </a:p>
          <a:p xmlns:a="http://schemas.openxmlformats.org/drawingml/2006/main">
            <a:r>
              <a:t>Реплика: Трое сказали «не поклонимся» до того, как узнали о спасении. Они доверяли Богу, а исход ещё не знали.</a:t>
            </a:r>
          </a:p>
          <a:p xmlns:a="http://schemas.openxmlformats.org/drawingml/2006/main">
            <a:r>
              <a:t>Как провести: Пары получают четыре карточки событий, раскладывают, затем один объясняет ответ троих, другой — финал. Сверьте порядок и задайте вопрос о ст. 18.</a:t>
            </a:r>
          </a:p>
          <a:p xmlns:a="http://schemas.openxmlformats.org/drawingml/2006/main">
            <a:r>
              <a:t>Вопрос: Готовы ли они сохранить этот ответ, если спасение не придёт?</a:t>
            </a:r>
          </a:p>
          <a:p xmlns:a="http://schemas.openxmlformats.org/drawingml/2006/main">
            <a:r>
              <a:t>Ориентир: Их слова в ст. 18 сохраняют верность Богу и тогда. В этом рассказе Бог спасает; рассказ не обещает, что каждый трудный выбор закончится без потерь.</a:t>
            </a:r>
          </a:p>
          <a:p xmlns:a="http://schemas.openxmlformats.org/drawingml/2006/main">
            <a:r>
              <a:t>Ритм: 1 минута — порядок, 1 минута — объяснение пары, 1 минута — ст. 18.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Библейский источник: https://azbyka.ru/biblia/?Dan.3. Православная нумерация Дан. 3 с молитвой Азарии и песнью отроков; ст. 91–95 соответствуют ст. 24–28 в изданиях без них. Синодальный перевод — общественное достояние. Современные случаи и молитва авторские. Изображение художественное.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5. 3 мин.</a:t>
            </a:r>
          </a:p>
          <a:p xmlns:a="http://schemas.openxmlformats.org/drawingml/2006/main">
            <a:r>
              <a:t>Реплика: Посмотрите на шесть фраз. Найдите, чем каждая пытается заставить согласиться: большинством, стыдом, угрозой дружбе или преуменьшением вреда.</a:t>
            </a:r>
          </a:p>
          <a:p xmlns:a="http://schemas.openxmlformats.org/drawingml/2006/main">
            <a:r>
              <a:t>Как провести: Раздайте шесть карточек на пару. Пара выбирает две, подчёркивает слова давления и заменяет их честным приглашением, которое допускает отказ. Две пары читают по одному примеру.</a:t>
            </a:r>
          </a:p>
          <a:p xmlns:a="http://schemas.openxmlformats.org/drawingml/2006/main">
            <a:r>
              <a:t>Вопрос: Есть ли у другого право сказать «нет» без унижения?</a:t>
            </a:r>
          </a:p>
          <a:p xmlns:a="http://schemas.openxmlformats.org/drawingml/2006/main">
            <a:r>
              <a:t>Ориентир: «Все делают», «трус», «не наш», «никто не узнает», «один раз», «просто шутка» скрывают разные способы давления. Даже без наказания вред остаётся вредом.</a:t>
            </a:r>
          </a:p>
          <a:p xmlns:a="http://schemas.openxmlformats.org/drawingml/2006/main">
            <a:r>
              <a:t>Ритм: 1 минута — выбор, 1 минута — переформулировка, 1 минута — два ответа.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Библейский источник: https://azbyka.ru/biblia/?Dan.3. Православная нумерация Дан. 3 с молитвой Азарии и песнью отроков; ст. 91–95 соответствуют ст. 24–28 в изданиях без них. Синодальный перевод — общественное достояние. Современные случаи и молитва авторские. Изображение художественное.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6. 4 мин.</a:t>
            </a:r>
          </a:p>
          <a:p xmlns:a="http://schemas.openxmlformats.org/drawingml/2006/main">
            <a:r>
              <a:t>Реплика: Можно сказать коротко: «Нет, я не буду пересылать чужое фото. Это унижает человека. Давайте выберем другую шутку». Не нужно унижать того, кто тебя зовёт.</a:t>
            </a:r>
          </a:p>
          <a:p xmlns:a="http://schemas.openxmlformats.org/drawingml/2006/main">
            <a:r>
              <a:t>Как провести: Учитель показывает образец. Пара составляет свой отказ к одной карточке: решение, краткая причина, другой вариант. Каждый произносит его вслух. Слушатель повторяет, от чего именно товарищ отказался.</a:t>
            </a:r>
          </a:p>
          <a:p xmlns:a="http://schemas.openxmlformats.org/drawingml/2006/main">
            <a:r>
              <a:t>Вопрос: Можно ли отказаться от поступка и предложить другое общее дело?</a:t>
            </a:r>
          </a:p>
          <a:p xmlns:a="http://schemas.openxmlformats.org/drawingml/2006/main">
            <a:r>
              <a:t>Ориентир: Да. Например, отказаться от списывания и предложить вместе разобраться в задаче. Причина помогает понять отказ; предложение необязательно, если нужно уйти.</a:t>
            </a:r>
          </a:p>
          <a:p xmlns:a="http://schemas.openxmlformats.org/drawingml/2006/main">
            <a:r>
              <a:t>Ритм: 1 минута — образец, 2 минуты — оба участника пробуют, 1 минута — обратная связь.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Библейский источник: https://azbyka.ru/biblia/?Dan.3. Православная нумерация Дан. 3 с молитвой Азарии и песнью отроков; ст. 91–95 соответствуют ст. 24–28 в изданиях без них. Синодальный перевод — общественное достояние. Современные случаи и молитва авторские. Изображение художественное.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7. 6 мин.</a:t>
            </a:r>
          </a:p>
          <a:p xmlns:a="http://schemas.openxmlformats.org/drawingml/2006/main">
            <a:r>
              <a:t>Реплика: В чате готовят насмешку над Артёмом. У каждого из вас одно сведение. Услышьте всех и составьте план: что сделать первым, как поддержать Артёма, куда обратиться.</a:t>
            </a:r>
          </a:p>
          <a:p xmlns:a="http://schemas.openxmlformats.org/drawingml/2006/main">
            <a:r>
              <a:t>Как провести: Команды по четыре получают по одной карточке сведений каждому. По очереди сообщают информацию, сохраняют все четыре условия и заполняют общий лист. Один представитель читает план. Учитель затем открывает новое условие следующего этапа.</a:t>
            </a:r>
          </a:p>
          <a:p xmlns:a="http://schemas.openxmlformats.org/drawingml/2006/main">
            <a:r>
              <a:t>Вопрос: Какой план учитывает вред, угрозу исключения, доступную помощь и мнение Артёма?</a:t>
            </a:r>
          </a:p>
          <a:p xmlns:a="http://schemas.openxmlformats.org/drawingml/2006/main">
            <a:r>
              <a:t>Ориентир: Не пересылать; назвать отказ; поговорить с Артёмом лично; обратиться к классному руководителю, который доступен сейчас. Предложение спортивного дела может сохранить общение. Артём сам решает, как принимать поддержку.</a:t>
            </a:r>
          </a:p>
          <a:p xmlns:a="http://schemas.openxmlformats.org/drawingml/2006/main">
            <a:r>
              <a:t>Ритм: 1 минута — сведения; 3 минуты — план; 2 минуты — один ответ и уточнение.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Четыре отдельных командных сведения:</a:t>
            </a:r>
          </a:p>
          <a:p xmlns:a="http://schemas.openxmlformats.org/drawingml/2006/main">
            <a:r>
              <a:t>1. Что происходит: В общем чате предлагают переслать унизительное фото Артёма. Фото уже есть у нескольких ребят, но ты его ещё не переслал.</a:t>
            </a:r>
          </a:p>
          <a:p xmlns:a="http://schemas.openxmlformats.org/drawingml/2006/main">
            <a:r>
              <a:t>2. Что давит: Организатор пишет: «Не перешлёшь — исключим из компании». Двое участников тоже сомневаются и готовы поддержать спокойный отказ.</a:t>
            </a:r>
          </a:p>
          <a:p xmlns:a="http://schemas.openxmlformats.org/drawingml/2006/main">
            <a:r>
              <a:t>3. Какая помощь доступна: Классный руководитель сейчас в соседнем кабинете. Можно обратиться вдвоём и показать сообщение, не распространяя фото дальше.</a:t>
            </a:r>
          </a:p>
          <a:p xmlns:a="http://schemas.openxmlformats.org/drawingml/2006/main">
            <a:r>
              <a:t>4. Чего хочет Артём: Артём сказал: «Не делайте из меня героя перед всем классом. Поговорите со мной лично». Он хочет продолжать играть с ребятами в баскетбол.</a:t>
            </a:r>
          </a:p>
          <a:p xmlns:a="http://schemas.openxmlformats.org/drawingml/2006/main">
            <a:r>
              <a:t>Библейский источник: https://azbyka.ru/biblia/?Dan.3. Православная нумерация Дан. 3 с молитвой Азарии и песнью отроков; ст. 91–95 соответствуют ст. 24–28 в изданиях без них. Синодальный перевод — общественное достояние. Современные случаи и молитва авторские. Изображение художественное.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8. 4 мин.</a:t>
            </a:r>
          </a:p>
          <a:p xmlns:a="http://schemas.openxmlformats.org/drawingml/2006/main">
            <a:r>
              <a:t>Реплика: Один предлагает действие из карточки, другой спокойно отвечает. Слушатель: «Я услышал твой выбор…». Затем поменяйтесь ролями.</a:t>
            </a:r>
          </a:p>
          <a:p xmlns:a="http://schemas.openxmlformats.org/drawingml/2006/main">
            <a:r>
              <a:t>Как провести: Пары берут одну из четырёх ситуаций. Первый читает только напечатанную фразу предложения, второй отвечает. Меняются и выбирают другой случай. Наблюдение: ясный отказ, короткая причина, возможная альтернатива.</a:t>
            </a:r>
          </a:p>
          <a:p xmlns:a="http://schemas.openxmlformats.org/drawingml/2006/main">
            <a:r>
              <a:t>Вопрос: Что делает ответ понятным без оскорбления?</a:t>
            </a:r>
          </a:p>
          <a:p xmlns:a="http://schemas.openxmlformats.org/drawingml/2006/main">
            <a:r>
              <a:t>Ориентир: Конкретное «я не буду…», ясная причина и спокойный тон. «Все вы ужасные» переводит разговор в нападение; «может, потом» может скрывать выбор.</a:t>
            </a:r>
          </a:p>
          <a:p xmlns:a="http://schemas.openxmlformats.org/drawingml/2006/main">
            <a:r>
              <a:t>Ритм: 2 минуты — первый разговор и повтор услышанного, 2 минуты — смена ролей.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Библейский источник: https://azbyka.ru/biblia/?Dan.3. Православная нумерация Дан. 3 с молитвой Азарии и песнью отроков; ст. 91–95 соответствуют ст. 24–28 в изданиях без них. Синодальный перевод — общественное достояние. Современные случаи и молитва авторские. Изображение художественное.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9. 4 мин.</a:t>
            </a:r>
          </a:p>
          <a:p xmlns:a="http://schemas.openxmlformats.org/drawingml/2006/main">
            <a:r>
              <a:t>Реплика: Новое условие: в чате снова требуют переслать фото, а за отказ обещают исключить. Как изменится ваш план?</a:t>
            </a:r>
          </a:p>
          <a:p xmlns:a="http://schemas.openxmlformats.org/drawingml/2006/main">
            <a:r>
              <a:t>Как провести: Команды сохраняют первый план и дописывают второй. Попросите указать одно конкретное действие сейчас и взрослого, к которому они пойдут. Две команды сравнивают изменения. В случае угроз можно выйти из разговора и обратиться за помощью.</a:t>
            </a:r>
          </a:p>
          <a:p xmlns:a="http://schemas.openxmlformats.org/drawingml/2006/main">
            <a:r>
              <a:t>Вопрос: Что делать, если объяснение не остановило давление?</a:t>
            </a:r>
          </a:p>
          <a:p xmlns:a="http://schemas.openxmlformats.org/drawingml/2006/main">
            <a:r>
              <a:t>Ориентир: Повторить отказ, прекратить участие в вредном действии, поддержать пострадавшего и попросить помощи. Сохранение дружбы не зависит только от одного человека. Просить помощи — доступный смелый шаг.</a:t>
            </a:r>
          </a:p>
          <a:p xmlns:a="http://schemas.openxmlformats.org/drawingml/2006/main">
            <a:r>
              <a:t>Ритм: 2 минуты — дополнить план; 2 минуты — сравнить два решения.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Библейский источник: https://azbyka.ru/biblia/?Dan.3. Православная нумерация Дан. 3 с молитвой Азарии и песнью отроков; ст. 91–95 соответствуют ст. 24–28 в изданиях без них. Синодальный перевод — общественное достояние. Современные случаи и молитва авторские. Изображение художественное.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10. 3 мин.</a:t>
            </a:r>
          </a:p>
          <a:p xmlns:a="http://schemas.openxmlformats.org/drawingml/2006/main">
            <a:r>
              <a:t>Реплика: Выбери настоящий или вымышленный случай. Запиши: мой выбор, моя фраза отказа, добрая альтернатива и человек, который поддержит.</a:t>
            </a:r>
          </a:p>
          <a:p xmlns:a="http://schemas.openxmlformats.org/drawingml/2006/main">
            <a:r>
              <a:t>Как провести: Каждый заполняет личный лист. Затем по желанию читает только одну фразу отказа или помощи. Лист остаётся у подростка; обсуждать личный случай вслух не требуется.</a:t>
            </a:r>
          </a:p>
          <a:p xmlns:a="http://schemas.openxmlformats.org/drawingml/2006/main">
            <a:r>
              <a:t>Вопрос: Какой небольшой шаг я смогу сделать на этой неделе?</a:t>
            </a:r>
          </a:p>
          <a:p xmlns:a="http://schemas.openxmlformats.org/drawingml/2006/main">
            <a:r>
              <a:t>Ориентир: Например, не поддержать насмешку, пригласить одинокого одноклассника, попросить взрослого помочь прекратить давление. Нужен конкретный шаг и время.</a:t>
            </a:r>
          </a:p>
          <a:p xmlns:a="http://schemas.openxmlformats.org/drawingml/2006/main">
            <a:r>
              <a:t>Ритм: 2 минуты — запись; 1 минута — один добровольный ответ.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Библейский источник: https://azbyka.ru/biblia/?Dan.3. Православная нумерация Дан. 3 с молитвой Азарии и песнью отроков; ст. 91–95 соответствуют ст. 24–28 в изданиях без них. Синодальный перевод — общественное достояние. Современные случаи и молитва авторские. Изображение художественное.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11. 2 мин.</a:t>
            </a:r>
          </a:p>
          <a:p xmlns:a="http://schemas.openxmlformats.org/drawingml/2006/main">
            <a:r>
              <a:t>Реплика: Господи, когда мне трудно идти против компании, помоги сохранить верность Тебе. Дай мне спокойно отказаться от зла, поддержать того, кому трудно, и принять помощь. Аминь.</a:t>
            </a:r>
          </a:p>
          <a:p xmlns:a="http://schemas.openxmlformats.org/drawingml/2006/main">
            <a:r>
              <a:t>Как провести: Предложите короткую тишину, затем прочитайте молитву. Можно молча слушать. После неё оставьте несколько секунд, чтобы каждый вспомнил свой шаг.</a:t>
            </a:r>
          </a:p>
          <a:p xmlns:a="http://schemas.openxmlformats.org/drawingml/2006/main">
            <a:r>
              <a:t>Вопрос: О какой помощи я хочу попросить Бога?</a:t>
            </a:r>
          </a:p>
          <a:p xmlns:a="http://schemas.openxmlformats.org/drawingml/2006/main">
            <a:r>
              <a:t>Ориентир: О верности Богу, спокойном отказе от зла, поддержке ближнего и готовности принять помощь. Текст молитвы авторский.</a:t>
            </a:r>
          </a:p>
          <a:p xmlns:a="http://schemas.openxmlformats.org/drawingml/2006/main">
            <a:r>
              <a:t>Ритм: 30 секунд — тишина, 1 минута — молитва и пауза, 30 секунд — переход.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Библейский источник: https://azbyka.ru/biblia/?Dan.3. Православная нумерация Дан. 3 с молитвой Азарии и песнью отроков; ст. 91–95 соответствуют ст. 24–28 в изданиях без них. Синодальный перевод — общественное достояние. Современные случаи и молитва авторские. Изображение художественное.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12. 2 мин.</a:t>
            </a:r>
          </a:p>
          <a:p xmlns:a="http://schemas.openxmlformats.org/drawingml/2006/main">
            <a:r>
              <a:t>Реплика: Трое сохранили верность Богу. Мы можем поддерживать друг друга в добром выборе. Заверши две фразы: «Трое отказались, потому что…» и «Когда на меня давят, я могу…».</a:t>
            </a:r>
          </a:p>
          <a:p xmlns:a="http://schemas.openxmlformats.org/drawingml/2006/main">
            <a:r>
              <a:t>Как провести: Попросите два коротких ответа. Остальные одновременно показывают пальцами один конкретный шаг: отказ, другое предложение или помощь. На следующей встрече предложите добровольно рассказать, что удалось.</a:t>
            </a:r>
          </a:p>
          <a:p xmlns:a="http://schemas.openxmlformats.org/drawingml/2006/main">
            <a:r>
              <a:t>Вопрос: Что я понял об ответе троих и какой шаг могу применить?</a:t>
            </a:r>
          </a:p>
          <a:p xmlns:a="http://schemas.openxmlformats.org/drawingml/2006/main">
            <a:r>
              <a:t>Ориентир: Они отказались служить идолу из верности Богу. Подросток называет конкретный поступок, а не только «быть смелым». Хорошая компания поддерживает добро и уважает честный отказ.</a:t>
            </a:r>
          </a:p>
          <a:p xmlns:a="http://schemas.openxmlformats.org/drawingml/2006/main">
            <a:r>
              <a:t>Ритм: 1 минута — два ответа; 1 минута — свой шаг и завершение.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Библейский источник: https://azbyka.ru/biblia/?Dan.3. Православная нумерация Дан. 3 с молитвой Азарии и песнью отроков; ст. 91–95 соответствуют ст. 24–28 в изданиях без них. Синодальный перевод — общественное достояние. Современные случаи и молитва авторские. Изображение художественное.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1e1862f9d4462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d8ff300ecd462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ca4dfa59da4a2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698c98319e4a0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ce53e9a2e8419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c7576727574b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0DDA181-01D7-4EF1-AA34-39630854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39A476C-5F5C-46FC-B6B5-C371D3BB45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3723E16-E874-40DD-AE35-418116C0749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288DB54-2BF5-4622-8BED-C49BE14A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CE6D579-D9B6-4CB0-8C66-88D91C6C82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AB397B5-22BD-4260-9FF7-027D4DFA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094B237-856A-435A-BBF6-24F8D6D1FE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2FE72AD6-8393-4945-9A79-39D83FB573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CAB3B74-9679-4626-ACFA-EAC19389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CEA6382-6B9E-42AE-85FE-805D95086A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19F1776-CAAB-4F9E-ADFD-658D9DDCFE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9E1AB89-6ED0-4FFC-A850-57A30119839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0DA03BE-1A51-4CEA-8C42-382ED4B9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75ABEBB-9D99-4DBF-9D2B-83F2E7A63F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5EBDD45-6B7A-4B03-B433-24ACBCE9CA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15d620de164956" /><Relationship Type="http://schemas.openxmlformats.org/officeDocument/2006/relationships/slideLayout" Target="/ppt/slideLayouts/slideLayout1.xml" Id="Ra075db2e0df243a7" /><Relationship Type="http://schemas.openxmlformats.org/officeDocument/2006/relationships/slideLayout" Target="/ppt/slideLayouts/slideLayout2.xml" Id="R0a2be3e2f6254570" /><Relationship Type="http://schemas.openxmlformats.org/officeDocument/2006/relationships/slideLayout" Target="/ppt/slideLayouts/slideLayout3.xml" Id="Rf138f955c7e348f6" /><Relationship Type="http://schemas.openxmlformats.org/officeDocument/2006/relationships/slideLayout" Target="/ppt/slideLayouts/slideLayout4.xml" Id="R32b2cc051ff64067" /><Relationship Type="http://schemas.openxmlformats.org/officeDocument/2006/relationships/slideLayout" Target="/ppt/slideLayouts/slideLayout5.xml" Id="R630a00c3f9294a60" /><Relationship Type="http://schemas.openxmlformats.org/officeDocument/2006/relationships/slideLayout" Target="/ppt/slideLayouts/slideLayout6.xml" Id="R7a78b51e74aa4e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75db2e0df243a7"/>
    <p:sldLayoutId xmlns:r="http://schemas.openxmlformats.org/officeDocument/2006/relationships" id="2147483650" r:id="R0a2be3e2f6254570"/>
    <p:sldLayoutId xmlns:r="http://schemas.openxmlformats.org/officeDocument/2006/relationships" id="2147483651" r:id="Rf138f955c7e348f6"/>
    <p:sldLayoutId xmlns:r="http://schemas.openxmlformats.org/officeDocument/2006/relationships" id="2147483652" r:id="R32b2cc051ff64067"/>
    <p:sldLayoutId xmlns:r="http://schemas.openxmlformats.org/officeDocument/2006/relationships" id="2147483653" r:id="R630a00c3f9294a60"/>
    <p:sldLayoutId xmlns:r="http://schemas.openxmlformats.org/officeDocument/2006/relationships" id="2147483654" r:id="R7a78b51e74aa4e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b65a756f6944e8" /><Relationship Type="http://schemas.openxmlformats.org/officeDocument/2006/relationships/image" Target="/ppt/media/image.jpeg" Id="Re4fa7c97fe3741cf" /><Relationship Type="http://schemas.openxmlformats.org/officeDocument/2006/relationships/notesSlide" Target="/ppt/notesSlides/notesSlide1.xml" Id="R24fc46457b6b41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353a2fd5ff4512" /><Relationship Type="http://schemas.openxmlformats.org/officeDocument/2006/relationships/image" Target="/ppt/media/image2.jpeg" Id="R3fea991b03c64b82" /><Relationship Type="http://schemas.openxmlformats.org/officeDocument/2006/relationships/notesSlide" Target="/ppt/notesSlides/notesSlide2.xml" Id="R4a6e07937c9e43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04cbb6fe5b4456" /><Relationship Type="http://schemas.openxmlformats.org/officeDocument/2006/relationships/image" Target="/ppt/media/image3.jpeg" Id="R9387d5b2fa1e405e" /><Relationship Type="http://schemas.openxmlformats.org/officeDocument/2006/relationships/notesSlide" Target="/ppt/notesSlides/notesSlide3.xml" Id="R5fac74a6f0d547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44d6f5405b475f" /><Relationship Type="http://schemas.openxmlformats.org/officeDocument/2006/relationships/image" Target="/ppt/media/image4.jpeg" Id="Rfddecba9c97e4e15" /><Relationship Type="http://schemas.openxmlformats.org/officeDocument/2006/relationships/notesSlide" Target="/ppt/notesSlides/notesSlide4.xml" Id="R76b74d5aad6d42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e0ec493f0446a2" /><Relationship Type="http://schemas.openxmlformats.org/officeDocument/2006/relationships/image" Target="/ppt/media/image5.jpeg" Id="Ra0175e28ad27461a" /><Relationship Type="http://schemas.openxmlformats.org/officeDocument/2006/relationships/notesSlide" Target="/ppt/notesSlides/notesSlide5.xml" Id="R1bf1945439734c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c025f17a914e02" /><Relationship Type="http://schemas.openxmlformats.org/officeDocument/2006/relationships/image" Target="/ppt/media/image6.jpeg" Id="R2e65450880804b72" /><Relationship Type="http://schemas.openxmlformats.org/officeDocument/2006/relationships/notesSlide" Target="/ppt/notesSlides/notesSlide6.xml" Id="R1fd4318634eb4c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a99aaf01004e9a" /><Relationship Type="http://schemas.openxmlformats.org/officeDocument/2006/relationships/image" Target="/ppt/media/image7.jpeg" Id="R9672dc40521a48be" /><Relationship Type="http://schemas.openxmlformats.org/officeDocument/2006/relationships/notesSlide" Target="/ppt/notesSlides/notesSlide7.xml" Id="R53454bba6a9b4e3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0c75e71a0f4f70" /><Relationship Type="http://schemas.openxmlformats.org/officeDocument/2006/relationships/image" Target="/ppt/media/image8.jpeg" Id="R46b80f398fea4156" /><Relationship Type="http://schemas.openxmlformats.org/officeDocument/2006/relationships/notesSlide" Target="/ppt/notesSlides/notesSlide8.xml" Id="Rd780f9ea01ed479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2d9b3f1bff45f2" /><Relationship Type="http://schemas.openxmlformats.org/officeDocument/2006/relationships/image" Target="/ppt/media/image9.jpeg" Id="Ra506738abcba41c4" /><Relationship Type="http://schemas.openxmlformats.org/officeDocument/2006/relationships/notesSlide" Target="/ppt/notesSlides/notesSlide9.xml" Id="Rb7f0efaf75e24a4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f85dc9000f4b54" /><Relationship Type="http://schemas.openxmlformats.org/officeDocument/2006/relationships/image" Target="/ppt/media/image10.jpeg" Id="R6bcb675b70b744c8" /><Relationship Type="http://schemas.openxmlformats.org/officeDocument/2006/relationships/notesSlide" Target="/ppt/notesSlides/notesSlide10.xml" Id="Rf99ca879084e458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af22b5112f4163" /><Relationship Type="http://schemas.openxmlformats.org/officeDocument/2006/relationships/image" Target="/ppt/media/image11.jpeg" Id="Rc8a07dcf22b44a8e" /><Relationship Type="http://schemas.openxmlformats.org/officeDocument/2006/relationships/notesSlide" Target="/ppt/notesSlides/notesSlide11.xml" Id="R3d0fe6ad0deb4df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d9c2caa2c34e22" /><Relationship Type="http://schemas.openxmlformats.org/officeDocument/2006/relationships/image" Target="/ppt/media/image12.jpeg" Id="Rd777b4c3f7174a11" /><Relationship Type="http://schemas.openxmlformats.org/officeDocument/2006/relationships/notesSlide" Target="/ppt/notesSlides/notesSlide12.xml" Id="R6f5be024f7d8451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fa7c97fe3741cf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41BDCB-3E12-4BB1-A6C0-A24EC020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50482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45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Все так</a:t>
            </a:r>
          </a:p>
          <a:p xmlns:a="http://schemas.openxmlformats.org/drawingml/2006/main">
            <a:pPr>
              <a:defRPr sz="45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45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делают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BEC6C0-A2E3-454A-B3E5-103A3194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24325"/>
            <a:ext cx="4838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Давление компании</a:t>
            </a:r>
          </a:p>
          <a:p xmlns:a="http://schemas.openxmlformats.org/drawingml/2006/main">
            <a:pPr>
              <a:defRPr sz="24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и смелость выбора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57C423-6E57-4153-90EC-F623898D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4810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12–15 лет · 45 минут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C3A8F4-0BC4-4E2D-9941-3992C48E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91200"/>
            <a:ext cx="4810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Дан. 3</a:t>
            </a:r>
          </a:p>
        </p:txBody>
      </p:sp>
    </p:spTree>
    <p:extLst>
      <p:ext uri="{BB962C8B-B14F-4D97-AF65-F5344CB8AC3E}">
        <p14:creationId xmlns:p14="http://schemas.microsoft.com/office/powerpoint/2010/main" val="18314890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D9D449-F460-4065-9CDF-2420EE19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Трое среди большинства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ea991b03c64b82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04B568-37F7-4F10-9161-00554682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Слушаем фрагменты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третьей главы Даниила.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Что велел царь?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Что ответили трое?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Что произошло в печи?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75EEBB-92B2-4DAA-A3BB-23C1CC5A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После чтения сразу сценка; вопросы — после неё.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1CA173-4E37-4A2C-9FAB-3791DA1C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098589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5CD056-270D-41E6-B1CC-B0009013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Сценка: мы не поклонимся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87d5b2fa1e405e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2195E6-4B00-488F-AEAD-D7236314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Рассказчик-глашатай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Царь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Седрах · Мисах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Авденаго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Ответ троих —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до рассказа о чуде.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CD724D-7F15-455C-BCCA-0EE0A2BB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Пять ролей. Три отрока; Даниила в этой сцене нет.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599B79-5E0A-47F0-A8DD-A36607E9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8787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204468-69BB-4591-8B1A-377FEB78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Выбор до чуда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decba9c97e4e15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A46FCF-EC10-47EE-8EFB-7A2D4394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«Если же и не будет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того… не поклонимся».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Дан. 3:18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Почему они выбрали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это до спасения?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BA5688-1B65-4684-B993-A7D5F5A6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Бог силён спасти. Исход ещё не был известен.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3637A5-68AF-4810-8112-555A5F00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697269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1F8463-FC3D-49F6-8198-9210AA75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Как звучит давление?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175e28ad27461a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2BC476-BFF2-47F3-88AC-318BD205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«Все так делают».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«Ты что, трус?»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«Ты не наш».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Чем эти слова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заставляют согласиться?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38B97E-21AA-4915-A1E7-FDEC469F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Честное приглашение уважает отказ.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CEB11A-B366-476F-91D7-BC5555AD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085486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983E68-67BC-4BB5-8363-A0439A95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Как сказать «нет»?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65450880804b72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1D2758-646D-42B0-8425-BEFE1479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«Нет, я не буду…»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«Потому что…»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«Давайте лучше…»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Скажи свой ответ.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Выслушай товарища.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59BBAD-4888-4687-8133-C2EDCD9B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Можно отказаться спокойно и предложить другое.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3B7951-9A6B-4B55-86FF-8A78AC4C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252871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FA5DB2-63D0-4D26-ACC0-21788454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Четыре сведения — один план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72dc40521a48be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6B786D-0543-4DD5-BC6E-73678811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У каждого —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одно сведение.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Услышьте всех.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Составьте план,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учтите четыре условия.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06A8D3-24CA-40B4-8DCA-7D94D3C9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Учитывайте и просьбу Артёма о личном разговоре.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6FBE2B-10A1-4557-AA21-05E26560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793715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60A8F8-3473-4760-B0BA-A1CA4B04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Попробуем разговор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b80f398fea4156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966F56-4FBB-493D-B8A5-191F6D22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Один читает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предложение с карточки.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Другой отвечает.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«Я услышал твой выбор…»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Поменяйтесь ролями.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9D9CF7-6DBF-481E-B41D-447CE449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Ясный выбор, короткая причина, уважение к другому.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9C562C-675C-4BA4-9C0E-ED26BEE2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89086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09F430-28C7-4C3D-AF32-2D1558CB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Если отказ не принимают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06738abcba41c4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DCC4B0-6D88-4FA6-9C60-A274DB2E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Новое условие: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давление продолжается.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Что добавим в план?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Что сделаем сейчас?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Кто может помочь?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C5ACC9-914E-47A7-962C-03DC6797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Можно прекратить участие и обратиться за помощью.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FEBBE6-5DCD-4675-A0DC-9367DF26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185969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868BB7-4C37-4028-94A8-202394AE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Мой следующий шаг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cb675b70b744c8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B09EBD-9866-4E7F-8192-0D69A0A7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Мой выбор.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Моя фраза отказа.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Доброе предложение.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Человек, который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поддержит.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Мой шаг и его время.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D9E920-EC47-425D-8D17-B64580F5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Лист остаётся у тебя. Можно выбрать вымышленный случай.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371D45-35CD-4DE5-8F38-F825E228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093705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17A87C-02BD-4337-9D36-34B5D79D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Молитва о смелости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a07dcf22b44a8e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DD938F-4EED-4CF7-A23A-1E01B045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Господи, когда мне трудно</a:t>
            </a:r>
          </a:p>
          <a:p xmlns:a="http://schemas.openxmlformats.org/drawingml/2006/main">
            <a:pPr>
              <a:def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идти против компании,</a:t>
            </a:r>
          </a:p>
          <a:p xmlns:a="http://schemas.openxmlformats.org/drawingml/2006/main">
            <a:pPr>
              <a:def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помоги сохранить</a:t>
            </a:r>
          </a:p>
          <a:p xmlns:a="http://schemas.openxmlformats.org/drawingml/2006/main">
            <a:pPr>
              <a:def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верность Тебе. Дай мне</a:t>
            </a:r>
          </a:p>
          <a:p xmlns:a="http://schemas.openxmlformats.org/drawingml/2006/main">
            <a:pPr>
              <a:def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спокойно отказаться от зла,</a:t>
            </a:r>
          </a:p>
          <a:p xmlns:a="http://schemas.openxmlformats.org/drawingml/2006/main">
            <a:pPr>
              <a:def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поддержать того, кому</a:t>
            </a:r>
          </a:p>
          <a:p xmlns:a="http://schemas.openxmlformats.org/drawingml/2006/main">
            <a:pPr>
              <a:def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трудно, и принять помощь.</a:t>
            </a:r>
          </a:p>
          <a:p xmlns:a="http://schemas.openxmlformats.org/drawingml/2006/main">
            <a:pPr>
              <a:def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Аминь.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4826F6-45E8-43B0-8C2B-0CB177BF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Авторская молитва. Можно молча слушать.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7B8957-DFD3-49CD-BBA1-CE171BFE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736082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EE153B-842D-446F-94FA-55F6E2C0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Смелость и поддержка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77b4c3f7174a11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4CC754-D85D-4B24-8E6C-A4217E53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«Трое отказались,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потому что…»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«Когда на меня давят,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я могу…»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Назови конкретный шаг.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922226-CC9B-4622-9E17-A631C85F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Друзья могут поддержать друг друга в добром выборе.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AB8DD9-03A7-448C-BF91-4284CE1A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417168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2026-10-03T15:26:19.4990000Z</dcterms:created>
  <dcterms:modified xsi:type="dcterms:W3CDTF">2026-10-03T15:26:19.4990000Z</dcterms:modified>
</coreProperties>
</file>