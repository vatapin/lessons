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dab1060b247f3" /><Relationship Type="http://schemas.openxmlformats.org/officeDocument/2006/relationships/extended-properties" Target="/docProps/app.xml" Id="Rf546049d9e5e457f" /><Relationship Type="http://schemas.openxmlformats.org/officeDocument/2006/relationships/officeDocument" Target="/ppt/presentation.xml" Id="Ra4c327697632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419fe2dc7400c"/>
  </p:sldMasterIdLst>
  <p:notesMasterIdLst>
    <p:notesMasterId xmlns:r="http://schemas.openxmlformats.org/officeDocument/2006/relationships" r:id="R1fd43ed565454ed4"/>
  </p:notesMasterIdLst>
  <p:sldIdLst>
    <p:sldId xmlns:r="http://schemas.openxmlformats.org/officeDocument/2006/relationships" id="256" r:id="R4cc76c1053e94a8d"/>
    <p:sldId xmlns:r="http://schemas.openxmlformats.org/officeDocument/2006/relationships" id="257" r:id="R266c28b4ee2f4b50"/>
    <p:sldId xmlns:r="http://schemas.openxmlformats.org/officeDocument/2006/relationships" id="258" r:id="Rc8ff70168a224e9d"/>
    <p:sldId xmlns:r="http://schemas.openxmlformats.org/officeDocument/2006/relationships" id="259" r:id="Rb421c17419a847c4"/>
    <p:sldId xmlns:r="http://schemas.openxmlformats.org/officeDocument/2006/relationships" id="260" r:id="Rc3bd1cf4aa4c42ee"/>
    <p:sldId xmlns:r="http://schemas.openxmlformats.org/officeDocument/2006/relationships" id="261" r:id="R16ce9fc4fe624638"/>
    <p:sldId xmlns:r="http://schemas.openxmlformats.org/officeDocument/2006/relationships" id="262" r:id="R8e6277784bcf4358"/>
    <p:sldId xmlns:r="http://schemas.openxmlformats.org/officeDocument/2006/relationships" id="263" r:id="R88d720951c4b4e8e"/>
    <p:sldId xmlns:r="http://schemas.openxmlformats.org/officeDocument/2006/relationships" id="264" r:id="R39512a9f4659424d"/>
    <p:sldId xmlns:r="http://schemas.openxmlformats.org/officeDocument/2006/relationships" id="265" r:id="Raa880df6d2c54901"/>
    <p:sldId xmlns:r="http://schemas.openxmlformats.org/officeDocument/2006/relationships" id="266" r:id="Rfd9adec7288e4166"/>
    <p:sldId xmlns:r="http://schemas.openxmlformats.org/officeDocument/2006/relationships" id="267" r:id="R416aef3070ea49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4a005f05847da" /><Relationship Type="http://schemas.openxmlformats.org/officeDocument/2006/relationships/slideMaster" Target="/ppt/slideMasters/slideMaster1.xml" Id="Ree9419fe2dc7400c" /><Relationship Type="http://schemas.openxmlformats.org/officeDocument/2006/relationships/notesMaster" Target="/ppt/notesMasters/notesMaster1.xml" Id="R1fd43ed565454ed4" /><Relationship Type="http://schemas.openxmlformats.org/officeDocument/2006/relationships/presProps" Target="/ppt/presProps.xml" Id="R23c13fe030024506" /><Relationship Type="http://schemas.openxmlformats.org/officeDocument/2006/relationships/tableStyles" Target="/ppt/tableStyles.xml" Id="R2942dac315614eb8" /><Relationship Type="http://schemas.openxmlformats.org/officeDocument/2006/relationships/slide" Target="/ppt/slides/slide1.xml" Id="R4cc76c1053e94a8d" /><Relationship Type="http://schemas.openxmlformats.org/officeDocument/2006/relationships/slide" Target="/ppt/slides/slide2.xml" Id="R266c28b4ee2f4b50" /><Relationship Type="http://schemas.openxmlformats.org/officeDocument/2006/relationships/slide" Target="/ppt/slides/slide3.xml" Id="Rc8ff70168a224e9d" /><Relationship Type="http://schemas.openxmlformats.org/officeDocument/2006/relationships/slide" Target="/ppt/slides/slide4.xml" Id="Rb421c17419a847c4" /><Relationship Type="http://schemas.openxmlformats.org/officeDocument/2006/relationships/slide" Target="/ppt/slides/slide5.xml" Id="Rc3bd1cf4aa4c42ee" /><Relationship Type="http://schemas.openxmlformats.org/officeDocument/2006/relationships/slide" Target="/ppt/slides/slide6.xml" Id="R16ce9fc4fe624638" /><Relationship Type="http://schemas.openxmlformats.org/officeDocument/2006/relationships/slide" Target="/ppt/slides/slide7.xml" Id="R8e6277784bcf4358" /><Relationship Type="http://schemas.openxmlformats.org/officeDocument/2006/relationships/slide" Target="/ppt/slides/slide8.xml" Id="R88d720951c4b4e8e" /><Relationship Type="http://schemas.openxmlformats.org/officeDocument/2006/relationships/slide" Target="/ppt/slides/slide9.xml" Id="R39512a9f4659424d" /><Relationship Type="http://schemas.openxmlformats.org/officeDocument/2006/relationships/slide" Target="/ppt/slides/slide10.xml" Id="Raa880df6d2c54901" /><Relationship Type="http://schemas.openxmlformats.org/officeDocument/2006/relationships/slide" Target="/ppt/slides/slide11.xml" Id="Rfd9adec7288e4166" /><Relationship Type="http://schemas.openxmlformats.org/officeDocument/2006/relationships/slide" Target="/ppt/slides/slide12.xml" Id="R416aef3070ea49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84fa1fac547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ceccc09624577" /><Relationship Type="http://schemas.openxmlformats.org/officeDocument/2006/relationships/notesMaster" Target="/ppt/notesMasters/notesMaster1.xml" Id="Re925cbb95571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4e8e35a97545d1" /><Relationship Type="http://schemas.openxmlformats.org/officeDocument/2006/relationships/notesMaster" Target="/ppt/notesMasters/notesMaster1.xml" Id="Rab83028b4984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f4b221f6b64373" /><Relationship Type="http://schemas.openxmlformats.org/officeDocument/2006/relationships/notesMaster" Target="/ppt/notesMasters/notesMaster1.xml" Id="Rba9405e07d90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fbc144f814f1d" /><Relationship Type="http://schemas.openxmlformats.org/officeDocument/2006/relationships/notesMaster" Target="/ppt/notesMasters/notesMaster1.xml" Id="Rf99f656bb5d942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564dcd455142de" /><Relationship Type="http://schemas.openxmlformats.org/officeDocument/2006/relationships/notesMaster" Target="/ppt/notesMasters/notesMaster1.xml" Id="R85a98439cf704a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4de286f944eb5" /><Relationship Type="http://schemas.openxmlformats.org/officeDocument/2006/relationships/notesMaster" Target="/ppt/notesMasters/notesMaster1.xml" Id="R9a3205daaa2442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3237960044d08" /><Relationship Type="http://schemas.openxmlformats.org/officeDocument/2006/relationships/notesMaster" Target="/ppt/notesMasters/notesMaster1.xml" Id="R156efd5942034e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6c9202ffd4755" /><Relationship Type="http://schemas.openxmlformats.org/officeDocument/2006/relationships/notesMaster" Target="/ppt/notesMasters/notesMaster1.xml" Id="Rffd20f3985b74e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f1c5cef8684903" /><Relationship Type="http://schemas.openxmlformats.org/officeDocument/2006/relationships/notesMaster" Target="/ppt/notesMasters/notesMaster1.xml" Id="Ref33eda1986a47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354e0d736f4428" /><Relationship Type="http://schemas.openxmlformats.org/officeDocument/2006/relationships/notesMaster" Target="/ppt/notesMasters/notesMaster1.xml" Id="R239e4e00cffc4a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effda6945041a9" /><Relationship Type="http://schemas.openxmlformats.org/officeDocument/2006/relationships/notesMaster" Target="/ppt/notesMasters/notesMaster1.xml" Id="R6e7ee7619ad54e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48c3d768fd4636" /><Relationship Type="http://schemas.openxmlformats.org/officeDocument/2006/relationships/notesMaster" Target="/ppt/notesMasters/notesMaster1.xml" Id="R2813ed3b078c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0–1 мин.</a:t>
            </a:r>
          </a:p>
          <a:p xmlns:a="http://schemas.openxmlformats.org/drawingml/2006/main">
            <a:r>
              <a:t>Реплика: Иногда хочется сказать: «Я не хочу прощать». Сегодня послушаем ответ Христа и посмотрим, с какого шага можно начать.</a:t>
            </a:r>
          </a:p>
          <a:p xmlns:a="http://schemas.openxmlformats.org/drawingml/2006/main">
            <a:r>
              <a:t>Как провести: Назовите тему. Роли предложите желающим до занятия. Личные истории сейчас не обсуждаем: сначала весь текст и сразу сценка.</a:t>
            </a:r>
          </a:p>
          <a:p xmlns:a="http://schemas.openxmlformats.org/drawingml/2006/main">
            <a:r>
              <a:t>Вопрос: Вопросы начинаются после сценки.</a:t>
            </a:r>
          </a:p>
          <a:p xmlns:a="http://schemas.openxmlformats.org/drawingml/2006/main">
            <a:r>
              <a:t>Ориентир: Вступление направляет внимание на ответ Христа и решения героев.</a:t>
            </a:r>
          </a:p>
          <a:p xmlns:a="http://schemas.openxmlformats.org/drawingml/2006/main">
            <a:r>
              <a:t>Ритм: 1 мин на вступление.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1–5 мин.</a:t>
            </a:r>
          </a:p>
          <a:p xmlns:a="http://schemas.openxmlformats.org/drawingml/2006/main">
            <a:r>
              <a:t>Реплика: Пётр спрашивает, сколько раз прощать. Послушайте весь ответ и притчу, которой Иисус его объясняет.</a:t>
            </a:r>
          </a:p>
          <a:p xmlns:a="http://schemas.openxmlformats.org/drawingml/2006/main">
            <a:r>
              <a:t>Как провести: До чтения поясните: талант здесь означает крупную денежную единицу, динарий — монету; государь — царь, темница — тюрьма. Прочитайте Мф. 18:21–35 целиком со страниц библейского текста. После чтения сразу переходите к сценке.</a:t>
            </a:r>
          </a:p>
          <a:p xmlns:a="http://schemas.openxmlformats.org/drawingml/2006/main">
            <a:r>
              <a:t>Вопрос: Между чтением и сценкой вопросов нет.</a:t>
            </a:r>
          </a:p>
          <a:p xmlns:a="http://schemas.openxmlformats.org/drawingml/2006/main">
            <a:r>
              <a:t>Ориентир: Сохранены оба долга, обе просьбы, ответ царя и заключительные слова Христа.</a:t>
            </a:r>
          </a:p>
          <a:p xmlns:a="http://schemas.openxmlformats.org/drawingml/2006/main">
            <a:r>
              <a:t>Ритм: 30 сек на слова, 3,5 мин на чтение.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текст, Синодальный перевод:</a:t>
            </a:r>
          </a:p>
          <a:p xmlns:a="http://schemas.openxmlformats.org/drawingml/2006/main">
            <a:r>
              <a:t>21 Тогда Пётр приступил к Нему и сказал: Господи! сколько раз прощать брату моему, согрешающему против меня? до семи ли раз?</a:t>
            </a:r>
          </a:p>
          <a:p xmlns:a="http://schemas.openxmlformats.org/drawingml/2006/main">
            <a:r>
              <a:t>22 Иисус говорит ему: не говорю тебе: «до семи», но до седмижды семидесяти раз.</a:t>
            </a:r>
          </a:p>
          <a:p xmlns:a="http://schemas.openxmlformats.org/drawingml/2006/main">
            <a:r>
              <a:t>23 Посему Царство Небесное подобно царю, который захотел сосчитаться с рабами своими;</a:t>
            </a:r>
          </a:p>
          <a:p xmlns:a="http://schemas.openxmlformats.org/drawingml/2006/main">
            <a:r>
              <a:t>24 когда начал он считаться, приведён был к нему некто, который должен был ему десять тысяч талантов;</a:t>
            </a:r>
          </a:p>
          <a:p xmlns:a="http://schemas.openxmlformats.org/drawingml/2006/main">
            <a:r>
              <a:t>25 а как он не имел чем заплатить, то государь его приказал продать его, и жену его, и детей, и всё, что он имел, и заплатить;</a:t>
            </a:r>
          </a:p>
          <a:p xmlns:a="http://schemas.openxmlformats.org/drawingml/2006/main">
            <a:r>
              <a:t>26 тогда раб тот пал, и, кланяясь ему, говорил: «государь! потерпи на мне, и всё тебе заплачу».</a:t>
            </a:r>
          </a:p>
          <a:p xmlns:a="http://schemas.openxmlformats.org/drawingml/2006/main">
            <a:r>
              <a:t>27 Государь, умилосердившись над рабом тем, отпустил его и долг простил ему.</a:t>
            </a:r>
          </a:p>
          <a:p xmlns:a="http://schemas.openxmlformats.org/drawingml/2006/main">
            <a:r>
              <a:t>28 Раб же тот, выйдя, нашёл одного из товарищей своих, который должен был ему сто динариев, и, схватив его, душил, говоря: «отдай мне, что должен».</a:t>
            </a:r>
          </a:p>
          <a:p xmlns:a="http://schemas.openxmlformats.org/drawingml/2006/main">
            <a:r>
              <a:t>29 Тогда товарищ его пал к ногам его, умолял его и говорил: «потерпи на мне, и всё отдам тебе».</a:t>
            </a:r>
          </a:p>
          <a:p xmlns:a="http://schemas.openxmlformats.org/drawingml/2006/main">
            <a:r>
              <a:t>30 Но тот не захотел, а пошёл и посадил его в темницу, пока не отдаст долга.</a:t>
            </a:r>
          </a:p>
          <a:p xmlns:a="http://schemas.openxmlformats.org/drawingml/2006/main">
            <a:r>
              <a:t>31 Товарищи его, видев происшедшее, очень огорчились и, придя, рассказали государю своему всё бывшее.</a:t>
            </a:r>
          </a:p>
          <a:p xmlns:a="http://schemas.openxmlformats.org/drawingml/2006/main">
            <a:r>
              <a:t>32 Тогда государь его призывает его и говорит: «злой раб! весь долг тот я простил тебе, потому что ты упросил меня;</a:t>
            </a:r>
          </a:p>
          <a:p xmlns:a="http://schemas.openxmlformats.org/drawingml/2006/main">
            <a:r>
              <a:t>33 не надлежало ли и тебе помиловать товарища твоего, как и я помиловал тебя?»</a:t>
            </a:r>
          </a:p>
          <a:p xmlns:a="http://schemas.openxmlformats.org/drawingml/2006/main">
            <a:r>
              <a:t>34 И, разгневавшись, государь его отдал его истязателям, пока не отдаст ему всего долга.</a:t>
            </a:r>
          </a:p>
          <a:p xmlns:a="http://schemas.openxmlformats.org/drawingml/2006/main">
            <a:r>
              <a:t>35 Так и Отец Мой Небесный поступит с вами, если не простит каждый из вас от сердца своего брату своему согрешений его.</a:t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5–11 мин.</a:t>
            </a:r>
          </a:p>
          <a:p xmlns:a="http://schemas.openxmlformats.org/drawingml/2006/main">
            <a:r>
              <a:t>Реплика: Покажем притчу. Зрители следят: какую просьбу слышит царь и какую — человек, которого он помиловал.</a:t>
            </a:r>
          </a:p>
          <a:p xmlns:a="http://schemas.openxmlformats.org/drawingml/2006/main">
            <a:r>
              <a:t>Как провести: Пять ролей: рассказчик, царь, первый должник, товарищ-должник, свидетель. Раздайте страницу 1. Используйте реплики ниже и полный текст. Переходы объявляет рассказчик; вопросы Петра уже прозвучали при чтении. Учитель читает заключение Христа. Не добавляйте счастливое окончание.</a:t>
            </a:r>
          </a:p>
          <a:p xmlns:a="http://schemas.openxmlformats.org/drawingml/2006/main">
            <a:r>
              <a:t>Вопрос: Обсуждение на следующем этапе.</a:t>
            </a:r>
          </a:p>
          <a:p xmlns:a="http://schemas.openxmlformats.org/drawingml/2006/main">
            <a:r>
              <a:t>Ориентир: Первые две просьбы очень похожи. Царь прощает долг; первый должник отказывает товарищу в милости.</a:t>
            </a:r>
          </a:p>
          <a:p xmlns:a="http://schemas.openxmlformats.org/drawingml/2006/main">
            <a:r>
              <a:t>Ритм: 1 мин на роли, 5 мин на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Сценка:</a:t>
            </a:r>
          </a:p>
          <a:p xmlns:a="http://schemas.openxmlformats.org/drawingml/2006/main">
            <a:r>
              <a:t>Рассказчик: Сообщает о расчёте царя и долге в десять тысяч талантов (ст. 23–25). Первый должник подходит к царю и склоняется.</a:t>
            </a:r>
          </a:p>
          <a:p xmlns:a="http://schemas.openxmlformats.org/drawingml/2006/main">
            <a:r>
              <a:t>Первый должник: «Государь! потерпи на мне, и всё тебе заплачу» (ст. 26).</a:t>
            </a:r>
          </a:p>
          <a:p xmlns:a="http://schemas.openxmlformats.org/drawingml/2006/main">
            <a:r>
              <a:t>Рассказчик: Читает ст. 27. Царь раскрывает ладонь и отпускает должника. На другом месте тот встречает товарища.</a:t>
            </a:r>
          </a:p>
          <a:p xmlns:a="http://schemas.openxmlformats.org/drawingml/2006/main">
            <a:r>
              <a:t>Первый должник и товарищ: Первый говорит: «Отдай мне, что должен» (ст. 28). Товарищ: «Потерпи на мне, и всё отдам тебе» (ст. 29). Первый отворачивается; рассказчик читает ст. 30.</a:t>
            </a:r>
          </a:p>
          <a:p xmlns:a="http://schemas.openxmlformats.org/drawingml/2006/main">
            <a:r>
              <a:t>Свидетель: Подходит к царю и сообщает: «Он посадил товарища в темницу». Это краткий пересказ ст. 31. Зрители следят за двумя просьбами и двумя ответами.</a:t>
            </a:r>
          </a:p>
          <a:p xmlns:a="http://schemas.openxmlformats.org/drawingml/2006/main">
            <a:r>
              <a:t>Царь и рассказчик: Царь читает слова ст. 32–33. Рассказчик сообщает ст. 34. Учитель завершает сценку словами Христа из ст. 35. После этого начинается обсуждение.</a:t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11–15 мин.</a:t>
            </a:r>
          </a:p>
          <a:p xmlns:a="http://schemas.openxmlformats.org/drawingml/2006/main">
            <a:r>
              <a:t>Реплика: Посмотрим на две суммы и две просьбы. Что сделал царь для первого должника? Чего затем просил товарищ?</a:t>
            </a:r>
          </a:p>
          <a:p xmlns:a="http://schemas.openxmlformats.org/drawingml/2006/main">
            <a:r>
              <a:t>Как провести: Пары получают четыре события со страницы 2, восстанавливают порядок и сверяют с текстом. Один раскладывает, другой объясняет, затем меняются. Сравните таблицу долгов на слайде. Числа относятся к разным денежным единицам; простое деление 10 000 на 100 не показывает разницу долгов.</a:t>
            </a:r>
          </a:p>
          <a:p xmlns:a="http://schemas.openxmlformats.org/drawingml/2006/main">
            <a:r>
              <a:t>Вопрос: Царь дал отсрочку или простил долг? Какую просьбу услышал первый должник?</a:t>
            </a:r>
          </a:p>
          <a:p xmlns:a="http://schemas.openxmlformats.org/drawingml/2006/main">
            <a:r>
              <a:t>Ориентир: Царь простил весь долг. Товарищ просил потерпеть. Христос показывает несоответствие между огромной полученной милостью и отказом проявить милость к ближнему.</a:t>
            </a:r>
          </a:p>
          <a:p xmlns:a="http://schemas.openxmlformats.org/drawingml/2006/main">
            <a:r>
              <a:t>Ритм: 2 мин на порядок и смену, 2 мин на суммы и просьбы.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15–19 мин.</a:t>
            </a:r>
          </a:p>
          <a:p xmlns:a="http://schemas.openxmlformats.org/drawingml/2006/main">
            <a:r>
              <a:t>Реплика: Получивший милость человек сам выбирает жестокость. В конце царь спрашивает: «Не надлежало ли и тебе помиловать товарища твоего?»</a:t>
            </a:r>
          </a:p>
          <a:p xmlns:a="http://schemas.openxmlformats.org/drawingml/2006/main">
            <a:r>
              <a:t>Как провести: Вернитесь к ст. 28–35. Попросите зрителей назвать замеченный поступок. В парах закончите: «Он просил для себя…», «Когда просили его, он…». Один читает фразу, другой показывает стих. Обсудите заключение Христа о прощении от сердца.</a:t>
            </a:r>
          </a:p>
          <a:p xmlns:a="http://schemas.openxmlformats.org/drawingml/2006/main">
            <a:r>
              <a:t>Вопрос: Что первый должник мог сделать после просьбы товарища? Почему финал притчи серьёзный?</a:t>
            </a:r>
          </a:p>
          <a:p xmlns:a="http://schemas.openxmlformats.org/drawingml/2006/main">
            <a:r>
              <a:t>Ориентир: Проявить милость, отказаться от жестокого взыскания. Финал предупреждает: полученная милость должна менять отношение к другому. «От сердца» говорит об искреннем выборе, а не только внешней фразе. Христос призывает прощать; жестокость должника текст осуждает.</a:t>
            </a:r>
          </a:p>
          <a:p xmlns:a="http://schemas.openxmlformats.org/drawingml/2006/main">
            <a:r>
              <a:t>Ритм: 1 мин на стихи, 2 мин на пары, 1 мин на общий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19–23 мин.</a:t>
            </a:r>
          </a:p>
          <a:p xmlns:a="http://schemas.openxmlformats.org/drawingml/2006/main">
            <a:r>
              <a:t>Реплика: Обида может ещё болеть. При этом можно выбирать, как отвечать. Разделим чувства, поступки и то, что помогает восстанавливать отношения.</a:t>
            </a:r>
          </a:p>
          <a:p xmlns:a="http://schemas.openxmlformats.org/drawingml/2006/main">
            <a:r>
              <a:t>Как провести: Пары получают шесть карточек со страницы 3. Разделяют на чувства, шаги к прощению, восстановление доверия и месть. Затем обсуждают: может ли чувство оставаться, когда человек уже решил не отвечать злом? Объясните, что продолжать близкое общение можно по мере изменений и взаимного согласия.</a:t>
            </a:r>
          </a:p>
          <a:p xmlns:a="http://schemas.openxmlformats.org/drawingml/2006/main">
            <a:r>
              <a:t>Вопрос: Что я могу выбрать сегодня, даже если ещё злюсь? Как возвращается доверие?</a:t>
            </a:r>
          </a:p>
          <a:p xmlns:a="http://schemas.openxmlformats.org/drawingml/2006/main">
            <a:r>
              <a:t>Ориентир: Отказаться от ответного унижения, честно сказать о вреде, попросить Бога помочь. Доверие укрепляют правдивость и выполненные договорённости; примирение требует участия обоих. Помощь взрослого и прекращение вреда совместимы с желанием простить.</a:t>
            </a:r>
          </a:p>
          <a:p xmlns:a="http://schemas.openxmlformats.org/drawingml/2006/main">
            <a:r>
              <a:t>Ритм: 2 мин на карточки, 1 мин на различия, 1 мин на первый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23–28 мин.</a:t>
            </a:r>
          </a:p>
          <a:p xmlns:a="http://schemas.openxmlformats.org/drawingml/2006/main">
            <a:r>
              <a:t>Реплика: Соню высмеяли в общем чате. Она хочет ответить обидным сообщением. У каждого участника команды своё сведение. Предложите помощь, которая учитывает их все.</a:t>
            </a:r>
          </a:p>
          <a:p xmlns:a="http://schemas.openxmlformats.org/drawingml/2006/main">
            <a:r>
              <a:t>Как провести: Раздайте страницу 4: четыре разные карточки на четверых. Каждый сообщает своё условие. Команда составляет план: остановить распространение, услышать Соню, обратиться за нужной помощью и предложить первый шаг к отказу от мести. Учитель отвечает за Соню: «Мне важно, чтобы это перестали пересылать». После ответа команда уточняет план.</a:t>
            </a:r>
          </a:p>
          <a:p xmlns:a="http://schemas.openxmlformats.org/drawingml/2006/main">
            <a:r>
              <a:t>Вопрос: Какой вклад внёс каждый? Что нужно изменить после ответа Сони?</a:t>
            </a:r>
          </a:p>
          <a:p xmlns:a="http://schemas.openxmlformats.org/drawingml/2006/main">
            <a:r>
              <a:t>Ориентир: Учитывать её просьбу, не пересылать насмешку, попросить автора и получателей убрать её, обратиться к взрослому модератору. Можно начать: «Я не хочу отвечать обидой, но прошу остановить это». План проверяют у Сони; друзья не требуют публичного «я простила».</a:t>
            </a:r>
          </a:p>
          <a:p xmlns:a="http://schemas.openxmlformats.org/drawingml/2006/main">
            <a:r>
              <a:t>Ритм: 1 мин на случай, 1 мин на обмен, 2 мин на план, 1 мин на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сведения, отдельные карточки для команды:</a:t>
            </a:r>
          </a:p>
          <a:p xmlns:a="http://schemas.openxmlformats.org/drawingml/2006/main">
            <a:r>
              <a:t>Что произошло: Коля разместил насмешку над ответом Сони в общем чате. Она хочет ответить обидным сообщением.</a:t>
            </a:r>
          </a:p>
          <a:p xmlns:a="http://schemas.openxmlformats.org/drawingml/2006/main">
            <a:r>
              <a:t>Просьба Сони: Соне больно. Она просит прекратить пересылку. Публично рассказывать о своих чувствах не хочет.</a:t>
            </a:r>
          </a:p>
          <a:p xmlns:a="http://schemas.openxmlformats.org/drawingml/2006/main">
            <a:r>
              <a:t>Слова и действия: Коля лично извинился, но запись пока не убрал. Другие продолжают пересылать её.</a:t>
            </a:r>
          </a:p>
          <a:p xmlns:a="http://schemas.openxmlformats.org/drawingml/2006/main">
            <a:r>
              <a:t>Доступная помощь: Учитель — взрослый модератор чата. Друзья могут вместе обратиться к нему и сами прекратить пересылку.</a:t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28–33 мин.</a:t>
            </a:r>
          </a:p>
          <a:p xmlns:a="http://schemas.openxmlformats.org/drawingml/2006/main">
            <a:r>
              <a:t>Реплика: Попробуем сказать о вреде ясно и без ответного унижения. У одной стороны — обида, у другой — возможность признать свой поступок.</a:t>
            </a:r>
          </a:p>
          <a:p xmlns:a="http://schemas.openxmlformats.org/drawingml/2006/main">
            <a:r>
              <a:t>Как провести: Пары выбирают карточку со страницы 5. А говорит: «Когда ты…, мне было… Я прошу…». Б признаёт конкретный поступок и предлагает исправление. А может ответить: «Спасибо, что признал. Я не хочу мстить, но мне ещё нужно время». Затем меняются ролями и случаем. Слушатель повторяет просьбу и называет одну удачную фразу.</a:t>
            </a:r>
          </a:p>
          <a:p xmlns:a="http://schemas.openxmlformats.org/drawingml/2006/main">
            <a:r>
              <a:t>Вопрос: Понятно ли, что произошло и что человек просит? Какой поступок поддержит извинение?</a:t>
            </a:r>
          </a:p>
          <a:p xmlns:a="http://schemas.openxmlformats.org/drawingml/2006/main">
            <a:r>
              <a:t>Ориентир: Например: «Ты высмеял мой ответ. Мне было больно. Прошу больше так не говорить». Ответ: «Я сделал это. Прости. Я скажу ребятам, что был неправ, если тебе подходит». Допускаем разные честные фразы, включая просьбу о времени.</a:t>
            </a:r>
          </a:p>
          <a:p xmlns:a="http://schemas.openxmlformats.org/drawingml/2006/main">
            <a:r>
              <a:t>Ритм: 1 мин на пример, по 1,5 мин на два разговора, 1 мин на обратную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33–37 мин.</a:t>
            </a:r>
          </a:p>
          <a:p xmlns:a="http://schemas.openxmlformats.org/drawingml/2006/main">
            <a:r>
              <a:t>Реплика: Новое условие: человек обещал прекратить насмешки, но повторяет их. Как остановить вред и продолжать искать путь к прощению?</a:t>
            </a:r>
          </a:p>
          <a:p xmlns:a="http://schemas.openxmlformats.org/drawingml/2006/main">
            <a:r>
              <a:t>Как провести: Пары пересматривают предыдущий ответ. Добавьте ясную границу и помощь взрослого: «Остановись. Я выйду из разговора и обращусь к учителю». Обсудите, что зависит от обиженного, а что — от поступков другого. Отмечайте обращение за помощью как действие, которое прекращает вред.</a:t>
            </a:r>
          </a:p>
          <a:p xmlns:a="http://schemas.openxmlformats.org/drawingml/2006/main">
            <a:r>
              <a:t>Вопрос: Кто должен изменить обидное поведение? С кем можно обсудить дальнейшее общение?</a:t>
            </a:r>
          </a:p>
          <a:p xmlns:a="http://schemas.openxmlformats.org/drawingml/2006/main">
            <a:r>
              <a:t>Ориентир: За поступок отвечает тот, кто его совершает. Обиженный может искать помощи и отказываться от мести. С учителем, родителем или другим надёжным взрослым можно определить границы. Повторный вред требует действий для прекращения; ждать изменения в одиночку не обязательно.</a:t>
            </a:r>
          </a:p>
          <a:p xmlns:a="http://schemas.openxmlformats.org/drawingml/2006/main">
            <a:r>
              <a:t>Ритм: 1 мин на условие, 2 мин на новый ответ, 1 мин на общий разбор.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37–41 мин.</a:t>
            </a:r>
          </a:p>
          <a:p xmlns:a="http://schemas.openxmlformats.org/drawingml/2006/main">
            <a:r>
              <a:t>Реплика: Выбери один посильный шаг. Можно продолжить вымышленный случай. Не нужно сегодня объявлять всем, что ты уже простил.</a:t>
            </a:r>
          </a:p>
          <a:p xmlns:a="http://schemas.openxmlformats.org/drawingml/2006/main">
            <a:r>
              <a:t>Как провести: Страница 6 каждому. Запишите, что болит, от какого ответного зла готовы отказаться, какую просьбу сформулируете, к кому обратитесь и когда сделаете первый шаг. Лист остаётся у подростка. Желающий может назвать только действие. На следующей встрече предложите рассказать о результате или изменении плана.</a:t>
            </a:r>
          </a:p>
          <a:p xmlns:a="http://schemas.openxmlformats.org/drawingml/2006/main">
            <a:r>
              <a:t>Вопрос: Какой шаг зависит от меня и когда я его сделаю?</a:t>
            </a:r>
          </a:p>
          <a:p xmlns:a="http://schemas.openxmlformats.org/drawingml/2006/main">
            <a:r>
              <a:t>Ориентир: Например: не отправить ответную насмешку, попросить разговор, обратиться к взрослому, помолиться о помощи. Подросток называет конкретное действие и время; личные подробности могут оставаться личными.</a:t>
            </a:r>
          </a:p>
          <a:p xmlns:a="http://schemas.openxmlformats.org/drawingml/2006/main">
            <a:r>
              <a:t>Ритм: 3 мин на лист, 1 мин на уточнение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41–43 мин.</a:t>
            </a:r>
          </a:p>
          <a:p xmlns:a="http://schemas.openxmlformats.org/drawingml/2006/main">
            <a:r>
              <a:t>Реплика: Можно честно сказать Богу: «Мне трудно простить». Попросим помощи выбрать милость и начать с малого.</a:t>
            </a:r>
          </a:p>
          <a:p xmlns:a="http://schemas.openxmlformats.org/drawingml/2006/main">
            <a:r>
              <a:t>Как провести: Прочитайте авторскую молитву: «Господи Иисусе Христе, Ты милуешь меня. Мне трудно простить. Помоги не отвечать злом, честно назвать обиду и сделать первый шаг к миру. Аминь». Оставьте короткую тишину. Можно молча слушать; никого не просите произносить имя обидчика.</a:t>
            </a:r>
          </a:p>
          <a:p xmlns:a="http://schemas.openxmlformats.org/drawingml/2006/main">
            <a:r>
              <a:t>Вопрос: Вопрос для тихого размышления: о какой помощи я прошу Бога?</a:t>
            </a:r>
          </a:p>
          <a:p xmlns:a="http://schemas.openxmlformats.org/drawingml/2006/main">
            <a:r>
              <a:t>Ориентир: Молитва помогает обратиться к Богу с реальной трудностью и выбрать конкретный шаг. Чувство может меняться постепенно.</a:t>
            </a:r>
          </a:p>
          <a:p xmlns:a="http://schemas.openxmlformats.org/drawingml/2006/main">
            <a:r>
              <a:t>Ритм: 1 мин на молитву, 1 мин на тишину.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43–45 мин.</a:t>
            </a:r>
          </a:p>
          <a:p xmlns:a="http://schemas.openxmlformats.org/drawingml/2006/main">
            <a:r>
              <a:t>Реплика: Ответь партнёру: что сделал царь и что мог сделать его должник? Затем назови один шаг к прощению в современном случае.</a:t>
            </a:r>
          </a:p>
          <a:p xmlns:a="http://schemas.openxmlformats.org/drawingml/2006/main">
            <a:r>
              <a:t>Как провести: Каждый отвечает партнёру; выслушайте два общих ответа. Завершите мыслью: Божия милость зовёт меня миловать ближнего. Сохраните личный план для следующей встречи.</a:t>
            </a:r>
          </a:p>
          <a:p xmlns:a="http://schemas.openxmlformats.org/drawingml/2006/main">
            <a:r>
              <a:t>Вопрос: Как соединить отказ от мести с правдивой просьбой прекратить вред?</a:t>
            </a:r>
          </a:p>
          <a:p xmlns:a="http://schemas.openxmlformats.org/drawingml/2006/main">
            <a:r>
              <a:t>Ориентир: Назвать поступок, попросить прекращения или исправления, искать помощь и не отвечать унижением. Итог должен включать смысл притчи и конкретное действие.</a:t>
            </a:r>
          </a:p>
          <a:p xmlns:a="http://schemas.openxmlformats.org/drawingml/2006/main">
            <a:r>
              <a:t>Ритм: 1 мин на ответы в парах, 1 мин на общий итог.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https://bible.by/syn/40/18/ (Мф. 18:21–35, Синодальный перевод, общественное достояние).</a:t>
            </a:r>
          </a:p>
          <a:p xmlns:a="http://schemas.openxmlformats.org/drawingml/2006/main">
            <a:r>
              <a:t>Современные случаи и молитва авторские. Изображение — художественная иллюстрация.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2c28b07b545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46d9ad97c45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ef85d398342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8b885cd6340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797a23b844d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8527249cd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343CE7C-AE03-4384-A48C-E878BCBC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317D41-D10B-4039-8789-FBD75B3A6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614F56C-D70B-4F1D-9109-4E79FE19C3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93883C-053F-4DFE-84C6-14407614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A4D346-BC05-48AE-992B-B48D532B3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95EBB53-AE94-4331-B066-77005D6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2A4ADD-775D-46E6-976E-20723CCF6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33CEC74-7CC2-4D3C-95E0-72ADD8170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9EF485-F486-4EAB-887D-8C551D11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D1682C-50BF-41AA-BED4-AC677FF58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AEA03E-2A4A-4AF7-987A-BCA380ABE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D53E9B-3EB9-4827-9A6B-03867BE1DF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1C7E5D-1BB0-410B-8FAF-45F9F11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709524-7CA7-44C1-8DA9-A1F051F23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3DF943-B2C4-42A4-9F3F-7597C2272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ef0337e8c042d2" /><Relationship Type="http://schemas.openxmlformats.org/officeDocument/2006/relationships/slideLayout" Target="/ppt/slideLayouts/slideLayout1.xml" Id="R999f4140871d4e24" /><Relationship Type="http://schemas.openxmlformats.org/officeDocument/2006/relationships/slideLayout" Target="/ppt/slideLayouts/slideLayout2.xml" Id="R1c6d249b285d4435" /><Relationship Type="http://schemas.openxmlformats.org/officeDocument/2006/relationships/slideLayout" Target="/ppt/slideLayouts/slideLayout3.xml" Id="R37f810c4f0804ee4" /><Relationship Type="http://schemas.openxmlformats.org/officeDocument/2006/relationships/slideLayout" Target="/ppt/slideLayouts/slideLayout4.xml" Id="R8d0613a89d3041d8" /><Relationship Type="http://schemas.openxmlformats.org/officeDocument/2006/relationships/slideLayout" Target="/ppt/slideLayouts/slideLayout5.xml" Id="Ra7872b3459ef4a8d" /><Relationship Type="http://schemas.openxmlformats.org/officeDocument/2006/relationships/slideLayout" Target="/ppt/slideLayouts/slideLayout6.xml" Id="R626302abb9a44b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f4140871d4e24"/>
    <p:sldLayoutId xmlns:r="http://schemas.openxmlformats.org/officeDocument/2006/relationships" id="2147483650" r:id="R1c6d249b285d4435"/>
    <p:sldLayoutId xmlns:r="http://schemas.openxmlformats.org/officeDocument/2006/relationships" id="2147483651" r:id="R37f810c4f0804ee4"/>
    <p:sldLayoutId xmlns:r="http://schemas.openxmlformats.org/officeDocument/2006/relationships" id="2147483652" r:id="R8d0613a89d3041d8"/>
    <p:sldLayoutId xmlns:r="http://schemas.openxmlformats.org/officeDocument/2006/relationships" id="2147483653" r:id="Ra7872b3459ef4a8d"/>
    <p:sldLayoutId xmlns:r="http://schemas.openxmlformats.org/officeDocument/2006/relationships" id="2147483654" r:id="R626302abb9a44b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8c5550a38495d" /><Relationship Type="http://schemas.openxmlformats.org/officeDocument/2006/relationships/image" Target="/ppt/media/image.jpeg" Id="R5e3be014c595496e" /><Relationship Type="http://schemas.openxmlformats.org/officeDocument/2006/relationships/notesSlide" Target="/ppt/notesSlides/notesSlide1.xml" Id="Rd2cc9ad4aebb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6b4091ec44100" /><Relationship Type="http://schemas.openxmlformats.org/officeDocument/2006/relationships/image" Target="/ppt/media/image2.jpeg" Id="Rb415a4d884e143a9" /><Relationship Type="http://schemas.openxmlformats.org/officeDocument/2006/relationships/notesSlide" Target="/ppt/notesSlides/notesSlide2.xml" Id="R142af98deecd4c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36410fa894a06" /><Relationship Type="http://schemas.openxmlformats.org/officeDocument/2006/relationships/image" Target="/ppt/media/image3.jpeg" Id="Rc1b43ea703df45b6" /><Relationship Type="http://schemas.openxmlformats.org/officeDocument/2006/relationships/notesSlide" Target="/ppt/notesSlides/notesSlide3.xml" Id="R2ebffe86eea5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b81e31b47406d" /><Relationship Type="http://schemas.openxmlformats.org/officeDocument/2006/relationships/image" Target="/ppt/media/image4.jpeg" Id="Rf9f8b2e6007843a1" /><Relationship Type="http://schemas.openxmlformats.org/officeDocument/2006/relationships/notesSlide" Target="/ppt/notesSlides/notesSlide4.xml" Id="Rafcd0d031c6e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c57beb7f04616" /><Relationship Type="http://schemas.openxmlformats.org/officeDocument/2006/relationships/image" Target="/ppt/media/image5.jpeg" Id="R6745a9089dc14ca8" /><Relationship Type="http://schemas.openxmlformats.org/officeDocument/2006/relationships/notesSlide" Target="/ppt/notesSlides/notesSlide5.xml" Id="R6ae00de5f8744e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d5a4ed7b44310" /><Relationship Type="http://schemas.openxmlformats.org/officeDocument/2006/relationships/image" Target="/ppt/media/image6.jpeg" Id="R66553b7a1ca24bd5" /><Relationship Type="http://schemas.openxmlformats.org/officeDocument/2006/relationships/notesSlide" Target="/ppt/notesSlides/notesSlide6.xml" Id="Rac46a212b2cc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89d713f8243ec" /><Relationship Type="http://schemas.openxmlformats.org/officeDocument/2006/relationships/image" Target="/ppt/media/image7.jpeg" Id="R29bc107d31bc4102" /><Relationship Type="http://schemas.openxmlformats.org/officeDocument/2006/relationships/notesSlide" Target="/ppt/notesSlides/notesSlide7.xml" Id="Rd3befb7dac9646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1a0881ae843aa" /><Relationship Type="http://schemas.openxmlformats.org/officeDocument/2006/relationships/image" Target="/ppt/media/image8.jpeg" Id="R58bb3bd0884549b1" /><Relationship Type="http://schemas.openxmlformats.org/officeDocument/2006/relationships/notesSlide" Target="/ppt/notesSlides/notesSlide8.xml" Id="R85f097a6a7ac41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1dd251a9a468c" /><Relationship Type="http://schemas.openxmlformats.org/officeDocument/2006/relationships/image" Target="/ppt/media/image9.jpeg" Id="R888ac7f75d474049" /><Relationship Type="http://schemas.openxmlformats.org/officeDocument/2006/relationships/notesSlide" Target="/ppt/notesSlides/notesSlide9.xml" Id="R489750cb585f4b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4c374ea2a414a" /><Relationship Type="http://schemas.openxmlformats.org/officeDocument/2006/relationships/image" Target="/ppt/media/image10.jpeg" Id="Rc5252e88c7b34090" /><Relationship Type="http://schemas.openxmlformats.org/officeDocument/2006/relationships/notesSlide" Target="/ppt/notesSlides/notesSlide10.xml" Id="Rf92a8f14f37345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4b4a187294d2d" /><Relationship Type="http://schemas.openxmlformats.org/officeDocument/2006/relationships/image" Target="/ppt/media/image11.jpeg" Id="Rffa4adf0f6494ca8" /><Relationship Type="http://schemas.openxmlformats.org/officeDocument/2006/relationships/notesSlide" Target="/ppt/notesSlides/notesSlide11.xml" Id="R288b016cfb0b4b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57d89cb3d4601" /><Relationship Type="http://schemas.openxmlformats.org/officeDocument/2006/relationships/image" Target="/ppt/media/image12.jpeg" Id="R2da8cc9fa64946cf" /><Relationship Type="http://schemas.openxmlformats.org/officeDocument/2006/relationships/notesSlide" Target="/ppt/notesSlides/notesSlide12.xml" Id="R4399845035c941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be014c595496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B1719-5661-42F4-BB03-99EF4728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не хочу</a:t>
            </a:r>
          </a:p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прощать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8CEB2-8766-482F-9BEF-0F3CA445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Обида и прощение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6C44A-84B2-4F0D-960E-4766B41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96268-3361-4AD7-BFBB-452E242C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Мф. 18:21–35</a:t>
            </a:r>
          </a:p>
        </p:txBody>
      </p:sp>
    </p:spTree>
    <p:extLst>
      <p:ext uri="{BB962C8B-B14F-4D97-AF65-F5344CB8AC3E}">
        <p14:creationId xmlns:p14="http://schemas.microsoft.com/office/powerpoint/2010/main" val="16361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A657A-7FFB-4460-AFBC-2D6480A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 Христа и вся притча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5a4d884e143a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96FA3-47A9-49FD-A626-D9A8402D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Пётр спрашивает: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«Сколько раз прощать?»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Слушаем весь ответ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Христа и притчу.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Мф. 18:21–35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40408-6DD1-4805-A376-FD7A2DD0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Сначала весь текст. Сразу после него —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D99B3-0024-4C42-9041-65235CC4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004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EE751-A207-4752-8C5C-BFAB7A13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 «Две просьбы»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43ea703df45b6"/>
          <a:stretch xmlns:a="http://schemas.openxmlformats.org/drawingml/2006/main"/>
        </p:blipFill>
        <p:spPr>
          <a:xfrm xmlns:a="http://schemas.openxmlformats.org/drawingml/2006/main">
            <a:off x="5429250" y="2037484"/>
            <a:ext cx="6153150" cy="34593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7A70C-A7A6-4FD1-97E3-B2E58CA3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Рассказчик · царь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Первый должник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Товарищ · свидетель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Следите за двумя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просьбами и ответами.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4DE72-BB84-4C25-96FF-15D4D1E0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Обсуждение начинается после финала.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18898-976D-4B29-B1FD-31BB14B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6905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96170-FAF1-4D81-9785-9A1959A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Милость, которую я получил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8b2e6007843a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45720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495550"/>
              </a:tblGrid>
              <a:tr h="6921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Долг</a:t>
                      </a:r>
                    </a:p>
                  </a:txBody>
                  <a:tcPr marL="95250" marR="95250" marT="114300" marB="114300" anchor="ctr">
                    <a:solidFill>
                      <a:srgbClr val="E5D9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Сумма</a:t>
                      </a:r>
                    </a:p>
                  </a:txBody>
                  <a:tcPr marL="95250" marR="95250" marT="114300" marB="114300" anchor="ctr">
                    <a:solidFill>
                      <a:srgbClr val="E5D9C2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Перед царём</a:t>
                      </a:r>
                    </a:p>
                  </a:txBody>
                  <a:tcPr marL="95250" marR="95250" marT="114300" marB="114300" anchor="ctr">
                    <a:solidFill>
                      <a:srgbClr val="F8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10 000 талантов</a:t>
                      </a:r>
                    </a:p>
                  </a:txBody>
                  <a:tcPr marL="95250" marR="95250" marT="114300" marB="114300" anchor="ctr">
                    <a:solidFill>
                      <a:srgbClr val="F8F3E9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Перед товарищем</a:t>
                      </a:r>
                    </a:p>
                  </a:txBody>
                  <a:tcPr marL="95250" marR="95250" marT="114300" marB="114300" anchor="ctr">
                    <a:solidFill>
                      <a:srgbClr val="F8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динариев</a:t>
                      </a:r>
                    </a:p>
                  </a:txBody>
                  <a:tcPr marL="95250" marR="95250" marT="114300" marB="114300" anchor="ctr">
                    <a:solidFill>
                      <a:srgbClr val="F8F3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37C5A-522B-4134-A347-66AC9FE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Царь дал отсрочку</a:t>
            </a:r>
          </a:p>
          <a:p xmlns:a="http://schemas.openxmlformats.org/drawingml/2006/main">
            <a:pPr>
              <a:defRPr sz="27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или простил долг?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7DFFE-4148-412F-8F81-C364999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Денежные единицы разные.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A7B2-5ABA-4C07-94B4-C07CEB2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4557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4B206-BF81-4DFF-853F-17AE9302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 немилосердного должника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5a9089dc14ca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2094A-541C-4405-A691-D94DF175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 просил для себя…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просили его,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могло изменить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его решение?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698B7-A24D-4A92-B740-C1F0C81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«Не надлежало ли и тебе помиловать…» · Мф. 18:33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770A5-A309-42AE-BE8D-4C59D74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876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EB741-9650-412E-860D-7279C47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Обида, прощение, доверие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53b7a1ca24bd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0DE9F-C1D2-4F6D-963F-173752E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больно.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выбираю, как ответить.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помогает простить?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растёт доверие?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Сравните 6 карточек.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59FA-AB79-40FD-BB78-EEE206A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Чувство может оставаться; поступок можно выбирать.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C46D5-F033-46DA-9D23-22EC20C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327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71A1-DA74-4874-90B9-501A393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Команда помогает без мести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c107d31bc410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00BB2-4525-4579-AC07-8A0D71E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—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одно сведение.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всех.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Составьте план помощи.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Уточните его у Сони.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89949-DB40-4D94-839D-6427B9A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План учитывает все четыре условия.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0246-D4B0-4EDA-AB0D-0317248C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0602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3A88-C907-4EB5-B2B5-E277790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Разговор об обиде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b3bd0884549b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BD839-93E7-41E7-BECA-BA675B8A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«Когда ты…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было…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прошу…»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Признай поступок.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Предложи исправление.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EF64D-E0E3-4DD3-861B-F914AAD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Можно честно попросить время.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02BE5-EBCB-43B9-B86A-7F841FD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1396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2544-D255-4347-88A4-E6F6C32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обида повторяется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ac7f75d47404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26FA4-E854-4EA0-9BF3-5D0B384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Новое условие: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насмешки повторяются.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остановить вред?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 кому обратиться?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зависит от меня?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97F9B-47C9-4FC8-AE50-35D9563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За обидный поступок отвечает тот, кто его совершает.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6AF89-C0F5-4A6C-8A98-69B48C9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0814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E1196-FCDD-4808-A67D-E4530171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Первый шаг на неделю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52e88c7b3409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BFE12-7AF9-4428-86DE-4983792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меня задело?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 чего я откажусь?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 чём попрошу?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может помочь?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шаг и его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BC4F-6D70-4A38-A5E9-4C082B61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Лист остаётся у тебя. Можно выбрать вымышленный случай.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D1CEF-919C-42C0-BA6D-F31909E5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8388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9A12D-B8FA-49D6-9BD6-EADABD10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Молитва, когда трудно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4adf0f6494ca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5FF50-FA91-4002-B63E-712FCC4E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Господи Иисусе Христе,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Ты милуешь меня.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трудно простить.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Помоги не отвечать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злом, честно назвать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обиду и сделать первый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шаг к миру. Аминь.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308B-0C65-402D-A3ED-2FC1FE67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Авторская молитва. Можно молча слушать.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5D82-0CE8-4491-87A9-B6F723F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6796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6222E-9970-4657-A29D-F0E9FE6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понял о прощении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8cc9fa64946c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19E31-A3AC-41DD-8A1C-A0A77414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сделал царь?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мог ответить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его должник?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один шаг</a:t>
            </a:r>
          </a:p>
          <a:p xmlns:a="http://schemas.openxmlformats.org/drawingml/2006/main">
            <a:pPr>
              <a:def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 прощению сегодня.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06F38-EE8F-4CA2-9AA0-DCC67CC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Божия милость зовёт меня миловать ближнего.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34CC-28A1-4844-9F69-08EE3DD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5433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2026-10-03T14:08:43.9900000Z</dcterms:created>
  <dcterms:modified xsi:type="dcterms:W3CDTF">2026-10-03T14:08:43.9900000Z</dcterms:modified>
</coreProperties>
</file>