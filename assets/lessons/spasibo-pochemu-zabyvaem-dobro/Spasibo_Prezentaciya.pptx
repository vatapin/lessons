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b7e1ddc9724fd1" /><Relationship Type="http://schemas.openxmlformats.org/officeDocument/2006/relationships/extended-properties" Target="/docProps/app.xml" Id="Ra787dc33138a425c" /><Relationship Type="http://schemas.openxmlformats.org/officeDocument/2006/relationships/officeDocument" Target="/ppt/presentation.xml" Id="Redd8f03e090d45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7fa052d0334ce8"/>
  </p:sldMasterIdLst>
  <p:notesMasterIdLst>
    <p:notesMasterId xmlns:r="http://schemas.openxmlformats.org/officeDocument/2006/relationships" r:id="R2bae27c00bc74db9"/>
  </p:notesMasterIdLst>
  <p:sldIdLst>
    <p:sldId xmlns:r="http://schemas.openxmlformats.org/officeDocument/2006/relationships" id="256" r:id="R247e9f4c061c4899"/>
    <p:sldId xmlns:r="http://schemas.openxmlformats.org/officeDocument/2006/relationships" id="257" r:id="R91cd32058ce24f6d"/>
    <p:sldId xmlns:r="http://schemas.openxmlformats.org/officeDocument/2006/relationships" id="258" r:id="R1f8cc3028e6e494d"/>
    <p:sldId xmlns:r="http://schemas.openxmlformats.org/officeDocument/2006/relationships" id="259" r:id="R55f0cac551e84b1a"/>
    <p:sldId xmlns:r="http://schemas.openxmlformats.org/officeDocument/2006/relationships" id="260" r:id="R1bfd1c044bf74740"/>
    <p:sldId xmlns:r="http://schemas.openxmlformats.org/officeDocument/2006/relationships" id="261" r:id="Rdbfd47f943c144bb"/>
    <p:sldId xmlns:r="http://schemas.openxmlformats.org/officeDocument/2006/relationships" id="262" r:id="Raf898da1d4474553"/>
    <p:sldId xmlns:r="http://schemas.openxmlformats.org/officeDocument/2006/relationships" id="263" r:id="R9cd6ab7e01264227"/>
    <p:sldId xmlns:r="http://schemas.openxmlformats.org/officeDocument/2006/relationships" id="264" r:id="R25fb2206d3de4461"/>
    <p:sldId xmlns:r="http://schemas.openxmlformats.org/officeDocument/2006/relationships" id="265" r:id="R44ef91000c3f4069"/>
    <p:sldId xmlns:r="http://schemas.openxmlformats.org/officeDocument/2006/relationships" id="266" r:id="R25b96d400cca4d81"/>
    <p:sldId xmlns:r="http://schemas.openxmlformats.org/officeDocument/2006/relationships" id="267" r:id="Raab974c05c39494c"/>
    <p:sldId xmlns:r="http://schemas.openxmlformats.org/officeDocument/2006/relationships" id="268" r:id="Rc84430d2bb424ba5"/>
    <p:sldId xmlns:r="http://schemas.openxmlformats.org/officeDocument/2006/relationships" id="269" r:id="Rc07881d6857848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699f72bd2c4ea9" /><Relationship Type="http://schemas.openxmlformats.org/officeDocument/2006/relationships/slideMaster" Target="/ppt/slideMasters/slideMaster1.xml" Id="Rce7fa052d0334ce8" /><Relationship Type="http://schemas.openxmlformats.org/officeDocument/2006/relationships/notesMaster" Target="/ppt/notesMasters/notesMaster1.xml" Id="R2bae27c00bc74db9" /><Relationship Type="http://schemas.openxmlformats.org/officeDocument/2006/relationships/presProps" Target="/ppt/presProps.xml" Id="R5b5e91f4798d4439" /><Relationship Type="http://schemas.openxmlformats.org/officeDocument/2006/relationships/tableStyles" Target="/ppt/tableStyles.xml" Id="Rbf283a7e67234aeb" /><Relationship Type="http://schemas.openxmlformats.org/officeDocument/2006/relationships/slide" Target="/ppt/slides/slide1.xml" Id="R247e9f4c061c4899" /><Relationship Type="http://schemas.openxmlformats.org/officeDocument/2006/relationships/slide" Target="/ppt/slides/slide2.xml" Id="R91cd32058ce24f6d" /><Relationship Type="http://schemas.openxmlformats.org/officeDocument/2006/relationships/slide" Target="/ppt/slides/slide3.xml" Id="R1f8cc3028e6e494d" /><Relationship Type="http://schemas.openxmlformats.org/officeDocument/2006/relationships/slide" Target="/ppt/slides/slide4.xml" Id="R55f0cac551e84b1a" /><Relationship Type="http://schemas.openxmlformats.org/officeDocument/2006/relationships/slide" Target="/ppt/slides/slide5.xml" Id="R1bfd1c044bf74740" /><Relationship Type="http://schemas.openxmlformats.org/officeDocument/2006/relationships/slide" Target="/ppt/slides/slide6.xml" Id="Rdbfd47f943c144bb" /><Relationship Type="http://schemas.openxmlformats.org/officeDocument/2006/relationships/slide" Target="/ppt/slides/slide7.xml" Id="Raf898da1d4474553" /><Relationship Type="http://schemas.openxmlformats.org/officeDocument/2006/relationships/slide" Target="/ppt/slides/slide8.xml" Id="R9cd6ab7e01264227" /><Relationship Type="http://schemas.openxmlformats.org/officeDocument/2006/relationships/slide" Target="/ppt/slides/slide9.xml" Id="R25fb2206d3de4461" /><Relationship Type="http://schemas.openxmlformats.org/officeDocument/2006/relationships/slide" Target="/ppt/slides/slide10.xml" Id="R44ef91000c3f4069" /><Relationship Type="http://schemas.openxmlformats.org/officeDocument/2006/relationships/slide" Target="/ppt/slides/slide11.xml" Id="R25b96d400cca4d81" /><Relationship Type="http://schemas.openxmlformats.org/officeDocument/2006/relationships/slide" Target="/ppt/slides/slide12.xml" Id="Raab974c05c39494c" /><Relationship Type="http://schemas.openxmlformats.org/officeDocument/2006/relationships/slide" Target="/ppt/slides/slide13.xml" Id="Rc84430d2bb424ba5" /><Relationship Type="http://schemas.openxmlformats.org/officeDocument/2006/relationships/slide" Target="/ppt/slides/slide14.xml" Id="Rc07881d6857848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f0cb9f8dcc4b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4b90365a4c494b" /><Relationship Type="http://schemas.openxmlformats.org/officeDocument/2006/relationships/notesMaster" Target="/ppt/notesMasters/notesMaster1.xml" Id="R2c3cb375367e47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391c27395e4d03" /><Relationship Type="http://schemas.openxmlformats.org/officeDocument/2006/relationships/notesMaster" Target="/ppt/notesMasters/notesMaster1.xml" Id="R73135457727241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289eff8a964e95" /><Relationship Type="http://schemas.openxmlformats.org/officeDocument/2006/relationships/notesMaster" Target="/ppt/notesMasters/notesMaster1.xml" Id="R7beb456d24d74d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062d376ec14a2c" /><Relationship Type="http://schemas.openxmlformats.org/officeDocument/2006/relationships/notesMaster" Target="/ppt/notesMasters/notesMaster1.xml" Id="R10ee54452c1841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03382680eb4275" /><Relationship Type="http://schemas.openxmlformats.org/officeDocument/2006/relationships/notesMaster" Target="/ppt/notesMasters/notesMaster1.xml" Id="R3ee6f5a9649442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475edf02964109" /><Relationship Type="http://schemas.openxmlformats.org/officeDocument/2006/relationships/notesMaster" Target="/ppt/notesMasters/notesMaster1.xml" Id="Rd04ee0f3675949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8bb4683ef844e5" /><Relationship Type="http://schemas.openxmlformats.org/officeDocument/2006/relationships/notesMaster" Target="/ppt/notesMasters/notesMaster1.xml" Id="R747e9d0f08424b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ac414846f94882" /><Relationship Type="http://schemas.openxmlformats.org/officeDocument/2006/relationships/notesMaster" Target="/ppt/notesMasters/notesMaster1.xml" Id="Rfeffc8c081d84a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9bd68fdea548dd" /><Relationship Type="http://schemas.openxmlformats.org/officeDocument/2006/relationships/notesMaster" Target="/ppt/notesMasters/notesMaster1.xml" Id="Re2eab04e54f346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babf2d3c0b4a54" /><Relationship Type="http://schemas.openxmlformats.org/officeDocument/2006/relationships/notesMaster" Target="/ppt/notesMasters/notesMaster1.xml" Id="R85a88cc6011941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87f9b454f345ec" /><Relationship Type="http://schemas.openxmlformats.org/officeDocument/2006/relationships/notesMaster" Target="/ppt/notesMasters/notesMaster1.xml" Id="R2a4acb01ce154a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51cb6412514a82" /><Relationship Type="http://schemas.openxmlformats.org/officeDocument/2006/relationships/notesMaster" Target="/ppt/notesMasters/notesMaster1.xml" Id="R66ff8a4049fb4d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d1031d667b443f" /><Relationship Type="http://schemas.openxmlformats.org/officeDocument/2006/relationships/notesMaster" Target="/ppt/notesMasters/notesMaster1.xml" Id="R20749f45c19345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b40a44da324cf3" /><Relationship Type="http://schemas.openxmlformats.org/officeDocument/2006/relationships/notesMaster" Target="/ppt/notesMasters/notesMaster1.xml" Id="R0d02c85d6b8a43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3 мин. Период 0–3 мин. Слайды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Сегодня прочитаем, как десять человек встретили Иисуса. Они были больны и попросили Его о милости. Послушаем рассказ целиком, а потом разыграем 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Прочитайте все девять стихов из приложения. Коротко объясните: «Прокажённые — люди с тяжёлой болезнью. В рассказе они стоят вдали. Самарянин — человек из Самарии». После чтения сразу предложите сценку, без предварительных вопросов.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Обсуждение начнётся после сценки.</a:t>
            </a:r>
          </a:p>
          <a:p xmlns:a="http://schemas.openxmlformats.org/drawingml/2006/main">
            <a:r>
              <a:t>Ориентир: Все услышали весь рассказ, включая возвращение самарянина и слова Иисуса о вере.</a:t>
            </a:r>
          </a:p>
          <a:p xmlns:a="http://schemas.openxmlformats.org/drawingml/2006/main">
            <a:r>
              <a:t>Ритм: 30 сек — вступление; 2 мин — чтение; 30 сек — приглашение к сценке.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5 мин. Период 3–8 мин. Слайды 2–3.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Кто хочет показать встречу? Я буду читать рассказ и слова Иисуса. Сначала десять человек просят о помощи. Затем идут, как Он сказал. Когда замечают исцеление, один возвращается благодарить. Остальные слушают и следят, что меняется.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Если есть десять добровольцев, они изображают десятерых, один из них возвращается. Для небольшой группы используйте десять иллюстрированных карточек со страницы 2: два помощника двигают девять карточек по дороге, третий возвращает одну к учителю. Учитель перечитывает стихи 12–19. На слайде 2 — встреча, на слайде 3 — радость исцелённых. После сцены спросите, сколько получили помощь и сколько вернулись. Пересчитайте карточки вместе.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Кто получил исцеление и что сделал вернувшийся?</a:t>
            </a:r>
          </a:p>
          <a:p xmlns:a="http://schemas.openxmlformats.org/drawingml/2006/main">
            <a:r>
              <a:t>Ориентир: Все десять очистились. Один вернулся, прославлял Бога и благодарил Иисуса. Самарянин получил помощь до своей благодарности.</a:t>
            </a:r>
          </a:p>
          <a:p xmlns:a="http://schemas.openxmlformats.org/drawingml/2006/main">
            <a:r>
              <a:t>Ритм: 1 мин — роли или карточки; 2 мин — сценка; 1 мин — пересчёт; 1 мин — два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5 мин. Период 3–8 мин. Слайды 2–3.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Кто хочет показать встречу? Я буду читать рассказ и слова Иисуса. Сначала десять человек просят о помощи. Затем идут, как Он сказал. Когда замечают исцеление, один возвращается благодарить. Остальные слушают и следят, что меняется.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Если есть десять добровольцев, они изображают десятерых, один из них возвращается. Для небольшой группы используйте десять иллюстрированных карточек со страницы 2: два помощника двигают девять карточек по дороге, третий возвращает одну к учителю. Учитель перечитывает стихи 12–19. На слайде 2 — встреча, на слайде 3 — радость исцелённых. После сцены спросите, сколько получили помощь и сколько вернулись. Пересчитайте карточки вместе.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Кто получил исцеление и что сделал вернувшийся?</a:t>
            </a:r>
          </a:p>
          <a:p xmlns:a="http://schemas.openxmlformats.org/drawingml/2006/main">
            <a:r>
              <a:t>Ориентир: Все десять очистились. Один вернулся, прославлял Бога и благодарил Иисуса. Самарянин получил помощь до своей благодарности.</a:t>
            </a:r>
          </a:p>
          <a:p xmlns:a="http://schemas.openxmlformats.org/drawingml/2006/main">
            <a:r>
              <a:t>Ритм: 1 мин — роли или карточки; 2 мин — сценка; 1 мин — пересчёт; 1 мин — два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4 мин. Период 8–12 мин. Слайды 4–5.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Один человек остановился и вернулся. Разложите четыре события по порядку. Потом найдите в рассказе, почему мы называем его благодарным. А сказано ли, что думали остальные девять?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На слайде 4 покажите возвращение самарянина и прочитайте стихи 15–19. На слайде 5 дайте вопрос о последовательности. Каждая пара получает четыре перемешанные карточки со страницы 2. За минуту складывает их, затем партнёры объясняют по два события. Проверьте по тексту. Подчеркните: причины, по которым девять не вернулись, евангелист не сообщает. О наших привычках будем говорить на современных примерах.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мы знаем о поступках и чего не знаем о мыслях девяти?</a:t>
            </a:r>
          </a:p>
          <a:p xmlns:a="http://schemas.openxmlformats.org/drawingml/2006/main">
            <a:r>
              <a:t>Ориентир: Знаем: десять попросили, пошли и очистились, один вернулся благодарить. Почему девять не вернулись, текст не объясняет. Не следует приписывать им придуманные мотивы.</a:t>
            </a:r>
          </a:p>
          <a:p xmlns:a="http://schemas.openxmlformats.org/drawingml/2006/main">
            <a:r>
              <a:t>Ритм: 1 мин — возвращение; 1 мин — порядок в парах; 1 мин — объяснение; 1 мин — сверка с текстом.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4 мин. Период 8–12 мин. Слайды 4–5.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Один человек остановился и вернулся. Разложите четыре события по порядку. Потом найдите в рассказе, почему мы называем его благодарным. А сказано ли, что думали остальные девять?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На слайде 4 покажите возвращение самарянина и прочитайте стихи 15–19. На слайде 5 дайте вопрос о последовательности. Каждая пара получает четыре перемешанные карточки со страницы 2. За минуту складывает их, затем партнёры объясняют по два события. Проверьте по тексту. Подчеркните: причины, по которым девять не вернулись, евангелист не сообщает. О наших привычках будем говорить на современных примерах.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мы знаем о поступках и чего не знаем о мыслях девяти?</a:t>
            </a:r>
          </a:p>
          <a:p xmlns:a="http://schemas.openxmlformats.org/drawingml/2006/main">
            <a:r>
              <a:t>Ориентир: Знаем: десять попросили, пошли и очистились, один вернулся благодарить. Почему девять не вернулись, текст не объясняет. Не следует приписывать им придуманные мотивы.</a:t>
            </a:r>
          </a:p>
          <a:p xmlns:a="http://schemas.openxmlformats.org/drawingml/2006/main">
            <a:r>
              <a:t>Ритм: 1 мин — возвращение; 1 мин — порядок в парах; 1 мин — объяснение; 1 мин — сверка с текстом.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4 мин. Период 12–16 мин. Слайды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На столе стоит обед. Кто-то купил продукты, приготовил и накрыл. Что из этой заботы мы можем не заметить? У каждой команды разные ситуации. Найдите, кто помог и что именно сделал.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На слайде 6 — бабушка и ребёнок за столом. Раздайте шесть ситуаций со страницы 3, по две каждой команде из 3–4 человек. Команда называет помощника и его действие, затем придумывает подходящее спасибо. Если команд больше трёх, ситуации повторяются. Выслушайте три примера. На личные истории переходить необязательно.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За что можно поблагодарить, даже если никто не дарил подарок?</a:t>
            </a:r>
          </a:p>
          <a:p xmlns:a="http://schemas.openxmlformats.org/drawingml/2006/main">
            <a:r>
              <a:t>Ориентир: За время, терпение, объяснение, приготовленную еду, наведённый порядок или помощь в игре. Называем действие конкретного человека.</a:t>
            </a:r>
          </a:p>
          <a:p xmlns:a="http://schemas.openxmlformats.org/drawingml/2006/main">
            <a:r>
              <a:t>Ритм: 30 сек — пример; 2 мин — две ситуации в команде; 1 мин — ответы; 30 сек —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 Период 16–20 мин. Слайды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Друг дал Мише карандаш. Миша побежал играть. Он мог спешить, не заметить помощь или решить, что скажет потом. Это возможные причины в нашей вымышленной истории. Как помочь ему вспомнить человека, который выручил?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Раздайте четыре карточки привычек со страницы 3. Каждая пара выбирает одну и придумывает маленькое действие: остановиться перед уходом, назвать помощника, записать напоминание или подойти позже. Через две минуты выслушайте два решения. Эти варианты не являются объяснением мотивов девяти в Евангелии.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Какое напоминание поможет перейти от «потом» к действию?</a:t>
            </a:r>
          </a:p>
          <a:p xmlns:a="http://schemas.openxmlformats.org/drawingml/2006/main">
            <a:r>
              <a:t>Ориентир: Связать благодарность с понятным моментом: перед уходом, при возвращении вещи, вечером после дела. Если забыл, можно поблагодарить позже.</a:t>
            </a:r>
          </a:p>
          <a:p xmlns:a="http://schemas.openxmlformats.org/drawingml/2006/main">
            <a:r>
              <a:t>Ритм: 30 сек — Миша; 1,5 мин — выбор; 1 мин — напоминание; 1 мин — два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4 мин. Период 20–24 мин. Слайды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«Спасибо за всё» может быть искренним. Но человеку легче понять, что мы заметили, если назвать его действие. Например: «Спасибо, что помог найти книгу. Я теперь могу подготовиться к чтению». Попробуйте свой вариант.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Каждой паре дайте четыре фразы со страницы 4. Выберите две, которые стоит уточнить, и произнесите новые варианты. Один предлагает слова, другой повторяет, за что его благодарят. Если действие неясно, уточните фразу. От детей не требуется объяснять выгоду в каждом спасибо; важнее заметить помощь.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 каким словам помощник поймёт, что именно мы заметили?</a:t>
            </a:r>
          </a:p>
          <a:p xmlns:a="http://schemas.openxmlformats.org/drawingml/2006/main">
            <a:r>
              <a:t>Ориентир: Названы действие и человек: «Спасибо, что объяснила правило», «Спасибо, что подождал меня». Короткое искреннее спасибо тоже допустимо.</a:t>
            </a:r>
          </a:p>
          <a:p xmlns:a="http://schemas.openxmlformats.org/drawingml/2006/main">
            <a:r>
              <a:t>Ритм: 1 мин — пример; 2 мин — пары; 1 мин — проверка двух фраз.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5 мин. Период 24–29 мин. Слайды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Один играет ребёнка, которому помогли, другой — помощника. Назовите, за что благодарите. Помощник слушает и спокойно отвечает. Потом поменяйтесь ролями, чтобы каждый попробовал обе стороны.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Выберите одну из двух ситуаций со страницы 4: друг объяснил игру или выслушал чтение. Дайте минуту на подготовку. Затем по минуте на каждый разговор. Помощник может ответить: «Рад, что пригодилось» или «Пожалуйста». После смены ролей спросите партнёра, какое действие он услышал в благодарности. При необходимости разговор можно записать.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принять спасибо, не требуя ничего взамен?</a:t>
            </a:r>
          </a:p>
          <a:p xmlns:a="http://schemas.openxmlformats.org/drawingml/2006/main">
            <a:r>
              <a:t>Ориентир: Выслушать и ответить спокойно. Помощь не обязывает другого к подарку, послушанию или ответной услуге.</a:t>
            </a:r>
          </a:p>
          <a:p xmlns:a="http://schemas.openxmlformats.org/drawingml/2006/main">
            <a:r>
              <a:t>Ритм: 1 мин — роли; 1 мин — подготовка; 2 мин — разговоры; 1 мин — проверка.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3 мин. Период 29–32 мин. Слайды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Вчера тебе помогли, а ты вспомнил об этом только сегодня. Можно ещё подойти? Что сказать, чтобы благодарность была понятной? А если человек сейчас далеко?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Дайте две ситуации со страницы 4. Пара выбирает одну: библиотекарь нашёл книгу вчера или бабушка приготовила обед, а ты ушёл молча. За минуту подготовьте благодарность. Выслушайте два варианта. Если помощник далеко, можно передать записку или попросить взрослого помочь связаться. Не обещайте, что человек обязательно ответит.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можно сделать, если благодарность уже отложил?</a:t>
            </a:r>
          </a:p>
          <a:p xmlns:a="http://schemas.openxmlformats.org/drawingml/2006/main">
            <a:r>
              <a:t>Ориентир: Подойти и назвать вчерашнюю помощь, написать короткую записку, позвонить с помощью взрослого. Поздняя благодарность остаётся возможным поступком.</a:t>
            </a:r>
          </a:p>
          <a:p xmlns:a="http://schemas.openxmlformats.org/drawingml/2006/main">
            <a:r>
              <a:t>Ритм: 30 сек — задача; 1 мин — пары; 1 мин — два примера; 30 сек —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5 мин. Период 32–37 мин. Слайды 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Выберите человека, чью помощь команда может назвать: например, учителя, повара или того, кто готовит комнату. Сделайте одну открытку с конкретным спасибо. Партнёр прочитает её от имени адресата и скажет, что понял.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Дайте командам страницу 5. Роли: вспомнить действие, записать, проверить от имени адресата; четвёртый может оформить. За две минуты заполните одну открытку. Проверяющий повторяет, за что благодарят. Если не может, команда уточняет текст. В конце решите, кто и когда передаст открытку. Для вымышленного адресата разыграйте передачу на занятии. Оформление занимает оставшееся время.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нужно уточнить, чтобы открытка дошла до человека?</a:t>
            </a:r>
          </a:p>
          <a:p xmlns:a="http://schemas.openxmlformats.org/drawingml/2006/main">
            <a:r>
              <a:t>Ориентир: Имя или понятный адресат, конкретное действие и способ передачи. Подарок покупать не требуется.</a:t>
            </a:r>
          </a:p>
          <a:p xmlns:a="http://schemas.openxmlformats.org/drawingml/2006/main">
            <a:r>
              <a:t>Ритм: 30 сек — роли; 2 мин — открытка; 1 мин — проверка; 1 мин — уточнение и передача; 30 сек — показ.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2 мин. Период 37–39 мин. Слайды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Самарянин прославлял Бога и благодарил Иисуса. Мы тоже можем благодарить Бога за полученную помощь. Например: «Господи, спасибо за людей, которые заботятся обо мне. Помоги замечать их труд и благодарить их».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Используйте две строки со страницы 5: «Господи, благодарю Тебя за…» и «Помоги мне…». Желающие произносят или пишут короткую молитву, остальные спокойно слушают. Предложенный текст — авторский пример. Не просите благодарить за причинённый человеку вред.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За какую помощь можно поблагодарить Бога сегодня?</a:t>
            </a:r>
          </a:p>
          <a:p xmlns:a="http://schemas.openxmlformats.org/drawingml/2006/main">
            <a:r>
              <a:t>Ориентир: За конкретное доброе событие или человека, который помог. Личный ответ и молитва добровольны.</a:t>
            </a:r>
          </a:p>
          <a:p xmlns:a="http://schemas.openxmlformats.org/drawingml/2006/main">
            <a:r>
              <a:t>Ритм: 30 сек — связь с рассказом; 1 мин — слова или запись; 30 сек —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4 мин. Период 39–43 мин. Слайды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Выберите один случай: кто помог, что сделал и когда вы его поблагодарите. Можно продолжить историю Миши. Лист остаётся у вас. Напишите такой шаг, который сможете выполнить.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Раздайте страницу 1 каждому. Две минуты на запись, затем предложите по желанию прочитать партнёру только фразу спасибо. Партнёр проверяет, названо ли действие. Последняя минута — указать время и напоминание. Не собирайте личные листы. Открытку со страницы 5 можно использовать для выбранного человека.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 какому признаку я пойму, что сделал выбранный шаг?</a:t>
            </a:r>
          </a:p>
          <a:p xmlns:a="http://schemas.openxmlformats.org/drawingml/2006/main">
            <a:r>
              <a:t>Ориентир: Не просто решил поблагодарить, а сказал человеку, передал открытку или отправил согласованное сообщение. Действие и время названы конкретно.</a:t>
            </a:r>
          </a:p>
          <a:p xmlns:a="http://schemas.openxmlformats.org/drawingml/2006/main">
            <a:r>
              <a:t>Ритм: 30 сек — выбор; 2 мин — лист; 30 сек — проверка по желанию; 1 мин — время и напоминание.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 Период 43–45 мин. Слайды 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Кто вернулся благодарить Иисуса? А что поможет нашему Мише не забыть друга с карандашом? Мы можем замечать полученное добро и возвращаться к человеку со словами благодарности.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Попросите пары по очереди ответить на оба вопроса. Выслушайте двух желающих. Если изготовлена общая открытка, напомните выбранный способ передачи. По желанию завершите: «Господи, научи нас замечать добро и благодарить Тебя и людей. Аминь».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Какой поступок самарянина и какое действие Миши вы запомнили?</a:t>
            </a:r>
          </a:p>
          <a:p xmlns:a="http://schemas.openxmlformats.org/drawingml/2006/main">
            <a:r>
              <a:t>Ориентир: Самарянин вернулся к Иисусу и прославил Бога. Миша может остановиться или подойти позже, сказать спасибо за карандаш и вернуть его.</a:t>
            </a:r>
          </a:p>
          <a:p xmlns:a="http://schemas.openxmlformats.org/drawingml/2006/main">
            <a:r>
              <a:t>Ритм: 1 мин — пары; 30 сек — два ответа; 30 сек — напоминание и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17:11–19, Синодальный перевод, https://bible.by/syn/42/17/ . Это рассказ о евангельском событии. Десять очистились до возвращения одного. Текст не сообщает мотивы девяти. Иллюстрации созданы для урока, современные персонажи вымышлены. Изображение 05 содержит ровно десять человек в группе и отдельно Иисуса; другие изображения показывают фрагменты. Текст молитвы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0b6d50a384b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262790b7a41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aa1e8ce5ce4e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3cb6361b9143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d92f1b5c54a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7184140324d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10B094E-B5A5-4118-945C-4BEB4189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393902-E1E1-4815-827E-262D123607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7DB9177-9456-40AD-889A-FFDDF5C58C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124B381-EC1A-4C05-BD70-2E867E69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C6B2E6-05CC-47AF-BC93-2AD3B162BE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7932543-29E3-46C1-8A17-60220F60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C3B6031-A6A1-42A3-A480-122EDFB24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B128F8E-F9AC-482D-A750-EF1D718D19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A5EEA3D-BF7B-400A-A071-E0E501EB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75B46EA-40F1-490F-9EBC-67AE24164F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F94D1B-DD87-4EA2-8F94-59AA047588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D06277-03BA-45B3-9556-B8F52B4D83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E3E4095-E3BA-4C8C-AC70-2FE40AAA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73F31D-BF1A-41C4-96C8-E42EF3DF27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FB875C-AE06-47D0-8930-B05B7205EB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63672c68094426" /><Relationship Type="http://schemas.openxmlformats.org/officeDocument/2006/relationships/slideLayout" Target="/ppt/slideLayouts/slideLayout1.xml" Id="R42760b8065ab49c4" /><Relationship Type="http://schemas.openxmlformats.org/officeDocument/2006/relationships/slideLayout" Target="/ppt/slideLayouts/slideLayout2.xml" Id="R2f2f13e9fb2b4ef4" /><Relationship Type="http://schemas.openxmlformats.org/officeDocument/2006/relationships/slideLayout" Target="/ppt/slideLayouts/slideLayout3.xml" Id="R807d0c5a6bc64bff" /><Relationship Type="http://schemas.openxmlformats.org/officeDocument/2006/relationships/slideLayout" Target="/ppt/slideLayouts/slideLayout4.xml" Id="R97511b2894724892" /><Relationship Type="http://schemas.openxmlformats.org/officeDocument/2006/relationships/slideLayout" Target="/ppt/slideLayouts/slideLayout5.xml" Id="Rf72d5d39eca44168" /><Relationship Type="http://schemas.openxmlformats.org/officeDocument/2006/relationships/slideLayout" Target="/ppt/slideLayouts/slideLayout6.xml" Id="R838b3490e29c42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60b8065ab49c4"/>
    <p:sldLayoutId xmlns:r="http://schemas.openxmlformats.org/officeDocument/2006/relationships" id="2147483650" r:id="R2f2f13e9fb2b4ef4"/>
    <p:sldLayoutId xmlns:r="http://schemas.openxmlformats.org/officeDocument/2006/relationships" id="2147483651" r:id="R807d0c5a6bc64bff"/>
    <p:sldLayoutId xmlns:r="http://schemas.openxmlformats.org/officeDocument/2006/relationships" id="2147483652" r:id="R97511b2894724892"/>
    <p:sldLayoutId xmlns:r="http://schemas.openxmlformats.org/officeDocument/2006/relationships" id="2147483653" r:id="Rf72d5d39eca44168"/>
    <p:sldLayoutId xmlns:r="http://schemas.openxmlformats.org/officeDocument/2006/relationships" id="2147483654" r:id="R838b3490e29c42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70703c4994543" /><Relationship Type="http://schemas.openxmlformats.org/officeDocument/2006/relationships/image" Target="/ppt/media/image.jpeg" Id="R7ec1d02fca6745a9" /><Relationship Type="http://schemas.openxmlformats.org/officeDocument/2006/relationships/notesSlide" Target="/ppt/notesSlides/notesSlide1.xml" Id="R2028ba2fc07b4c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8e0430814947cf" /><Relationship Type="http://schemas.openxmlformats.org/officeDocument/2006/relationships/image" Target="/ppt/media/image2.jpeg" Id="R0cbd763b583e4468" /><Relationship Type="http://schemas.openxmlformats.org/officeDocument/2006/relationships/notesSlide" Target="/ppt/notesSlides/notesSlide2.xml" Id="Rce4ec1f4055e48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5165a488a43b9" /><Relationship Type="http://schemas.openxmlformats.org/officeDocument/2006/relationships/image" Target="/ppt/media/image3.jpeg" Id="R0055d78d067e428e" /><Relationship Type="http://schemas.openxmlformats.org/officeDocument/2006/relationships/notesSlide" Target="/ppt/notesSlides/notesSlide3.xml" Id="R6912af16198f46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a3ed28ce2644ec" /><Relationship Type="http://schemas.openxmlformats.org/officeDocument/2006/relationships/image" Target="/ppt/media/image4.jpeg" Id="R122a7fec95e242ef" /><Relationship Type="http://schemas.openxmlformats.org/officeDocument/2006/relationships/notesSlide" Target="/ppt/notesSlides/notesSlide4.xml" Id="Rddfe214763b24f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efc090acc424b" /><Relationship Type="http://schemas.openxmlformats.org/officeDocument/2006/relationships/image" Target="/ppt/media/image5.jpeg" Id="R358a95d24f8a4840" /><Relationship Type="http://schemas.openxmlformats.org/officeDocument/2006/relationships/notesSlide" Target="/ppt/notesSlides/notesSlide5.xml" Id="R453bb4d7730446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1836932274b7b" /><Relationship Type="http://schemas.openxmlformats.org/officeDocument/2006/relationships/image" Target="/ppt/media/image6.jpeg" Id="R017f7e4a0c184ad1" /><Relationship Type="http://schemas.openxmlformats.org/officeDocument/2006/relationships/notesSlide" Target="/ppt/notesSlides/notesSlide6.xml" Id="Re8755114a97e4e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17f49c7cf4495" /><Relationship Type="http://schemas.openxmlformats.org/officeDocument/2006/relationships/image" Target="/ppt/media/image7.jpeg" Id="R698c35b253e94e05" /><Relationship Type="http://schemas.openxmlformats.org/officeDocument/2006/relationships/notesSlide" Target="/ppt/notesSlides/notesSlide7.xml" Id="Reff2ed8f52bd44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bf42a0e52b4f86" /><Relationship Type="http://schemas.openxmlformats.org/officeDocument/2006/relationships/image" Target="/ppt/media/image8.jpeg" Id="Rbbbdb8d259644edc" /><Relationship Type="http://schemas.openxmlformats.org/officeDocument/2006/relationships/notesSlide" Target="/ppt/notesSlides/notesSlide8.xml" Id="R48a7cca703554c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b7a9b30ad4dc9" /><Relationship Type="http://schemas.openxmlformats.org/officeDocument/2006/relationships/image" Target="/ppt/media/image9.jpeg" Id="R8ff31dd1825a441f" /><Relationship Type="http://schemas.openxmlformats.org/officeDocument/2006/relationships/notesSlide" Target="/ppt/notesSlides/notesSlide9.xml" Id="R61c3dab8495044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bc6b65daa4d08" /><Relationship Type="http://schemas.openxmlformats.org/officeDocument/2006/relationships/image" Target="/ppt/media/image10.jpeg" Id="R1c04025813e34411" /><Relationship Type="http://schemas.openxmlformats.org/officeDocument/2006/relationships/notesSlide" Target="/ppt/notesSlides/notesSlide10.xml" Id="Rf3f33d32ab2146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3ce9c57fb4b70" /><Relationship Type="http://schemas.openxmlformats.org/officeDocument/2006/relationships/image" Target="/ppt/media/image11.jpeg" Id="Rf46c4321c5024bb0" /><Relationship Type="http://schemas.openxmlformats.org/officeDocument/2006/relationships/notesSlide" Target="/ppt/notesSlides/notesSlide11.xml" Id="R8d1bbfeabfcd45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317a35395e4fa7" /><Relationship Type="http://schemas.openxmlformats.org/officeDocument/2006/relationships/image" Target="/ppt/media/image12.jpeg" Id="Rac56217f458b4495" /><Relationship Type="http://schemas.openxmlformats.org/officeDocument/2006/relationships/notesSlide" Target="/ppt/notesSlides/notesSlide12.xml" Id="Rd7706371be0742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35969afa0a4065" /><Relationship Type="http://schemas.openxmlformats.org/officeDocument/2006/relationships/image" Target="/ppt/media/image13.jpeg" Id="R68bd056613d54675" /><Relationship Type="http://schemas.openxmlformats.org/officeDocument/2006/relationships/notesSlide" Target="/ppt/notesSlides/notesSlide13.xml" Id="R05f70edaaa524e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758f3740d34162" /><Relationship Type="http://schemas.openxmlformats.org/officeDocument/2006/relationships/image" Target="/ppt/media/image14.jpeg" Id="R4270d69969584ec9" /><Relationship Type="http://schemas.openxmlformats.org/officeDocument/2006/relationships/notesSlide" Target="/ppt/notesSlides/notesSlide14.xml" Id="R5a5fecc7aab14f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1d02fca6745a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7AC95831-FDE3-4ED3-BAD3-0D89F87B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5619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Спасибо!</a:t>
            </a:r>
          </a:p>
          <a:p xmlns:a="http://schemas.openxmlformats.org/drawingml/2006/main">
            <a:pPr>
              <a:defRPr sz="367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Почему мы так</a:t>
            </a:r>
          </a:p>
          <a:p xmlns:a="http://schemas.openxmlformats.org/drawingml/2006/main">
            <a:pPr>
              <a:defRPr sz="367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быстро забываем</a:t>
            </a:r>
          </a:p>
          <a:p xmlns:a="http://schemas.openxmlformats.org/drawingml/2006/main">
            <a:pPr>
              <a:defRPr sz="367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добро?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0CF5DFB-A009-4A01-AF2F-2D1CBD18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8157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10–12 лет   45 минут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1175D92-3805-4D75-BDF8-8DA0D70D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Лк. 17:11–19</a:t>
            </a:r>
          </a:p>
        </p:txBody>
      </p:sp>
    </p:spTree>
    <p:extLst>
      <p:ext uri="{BB962C8B-B14F-4D97-AF65-F5344CB8AC3E}">
        <p14:creationId xmlns:p14="http://schemas.microsoft.com/office/powerpoint/2010/main" val="415571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222EE28-B2AA-414D-97C1-7198074E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Десять просят о милости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d763b583e4468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65BA5B3-22F4-46EC-AF60-7945210C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Десять человек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попросили Иисуса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 помощи.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9E8AD8A-D00F-4EAB-929A-21307EB4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Лк. 17:12–13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09C2A9E-04D3-4002-A921-BFFF3A14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61503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B9725A5-3968-4A85-ADCA-0FCB7162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Исцеление в пути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5d78d067e428e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03C2619D-2961-432E-AE46-95F0CFBE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Все десять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очистились.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Один вернулся.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D5CE9BE-75B5-4D53-8652-71AC1A58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Лк. 17:14–15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D5F995D-6DA7-4ED0-A634-D410CA5D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0008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B565EB5-2AEE-43BE-B03B-775EE522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Один вернулся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a7fec95e242ef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86A4925-0535-4CA2-8BA4-9E3AF137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Он прославлял Бога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 благодарил Иисуса.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мы знаем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об остальных?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5C276C7-A1CF-4515-93AB-95BFB4DA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Лк. 17:15–19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F279CC9-D951-40B2-98BA-3D18EC05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6757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3374BF3-04B7-4661-9281-0371D02F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События по порядку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a95d24f8a4840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95E044A-6F5D-4CC7-ACB0-C7BAA62E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Четыре события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 порядку.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было сначала?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произошло потом?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404CF50-B84B-4E1D-8ED6-C5DE8490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7551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E5CA1A0-BC83-4BFA-8FDD-566A0074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Помощь каждый день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f7e4a0c184ad1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68B3BE3-726A-4609-AE84-B4CAFD81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Кто помог?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именно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этот человек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сделал?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2D85688-E323-4EF2-A61C-60AFBA4B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6104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8AC84C7-53D9-41FA-9D7F-9481A525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Почему откладываем спасибо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c35b253e94e05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6C95BBB-4B22-4B57-9DC6-066DCFA5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Миша спешит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играть.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поможет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ему вспомнить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друга с карандашом?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F3365BD-C2AA-4281-B932-FCB39311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6126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4BC2C3F-5A92-4652-947D-FC97B859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Спасибо за конкретное дело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db8d259644edc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62E8356-E6BA-409F-A870-BFD728E6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«Спасибо, что помог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найти книгу.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Теперь я смогу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подготовиться».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955D65A1-1046-44F3-AFDB-F846019C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99019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0E00AE6-4B6A-4312-A430-3E6BDE03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Благодарность в разговоре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31dd1825a441f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65996C6-45E3-4E3E-BF4D-B3E522E8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Один благодарит.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Другой слушает.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Потом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меняемся ролями.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C1BDCB5-AC46-497E-93BD-C846EB0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398022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B75E3F8-C65A-4F7E-A91B-AF4C6701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Запоздалое спасибо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4025813e34411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0458A17-2555-4B10-8FF0-AB184416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Вспомнил сегодня.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 что поблагодарю?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Как передам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своё спасибо?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2D25E38-CF13-4562-BC05-6C1B8FFC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5941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A9C0444-5A3E-4DB4-8C98-D6CA6583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Мастерская благодарности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c4321c5024bb0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06B16898-EA9A-47B3-B6F4-A84CDE81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Кому открытка?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 какую помощь?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Проверяющий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повторяет,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понял.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3CD55D0-1F13-44C7-B9D2-CB04E7C9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6533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96533F"/>
                </a:solidFill>
                <a:latin typeface="DejaVu Sans"/>
                <a:ea typeface="DejaVu Sans"/>
                <a:cs typeface="DejaVu Sans"/>
              </a:rPr>
              <a:t>5 минут на открытку и проверку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0B05E74-EF7D-4A9C-B877-F55AF29A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726659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0FA8C76-D35D-4980-91B5-CC525532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Благодарность Богу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6217f458b4495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585B2D7-1D4C-40E8-AFAF-FC70F12B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Господи, спасибо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 людей, которые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заботятся обо мне.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Помоги замечать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их труд.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E9FF8B4-0970-4C98-AC05-36B78E08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Пример короткой молитвы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8BDE0C8-EFAC-4727-A3A2-DCE27EDA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655282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04A7337-90A0-4958-A919-66EAFA2D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Мой план благодарности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d056613d54675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54162A8-1A6F-4BF2-9D80-B266941C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Кому скажу?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 какое дело?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Когда поблагодарю?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3F755AA-E322-4993-9D6B-8B6ACC0B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Лист остаётся у тебя.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C175D0D-DF85-48E7-BD4F-9FA085FF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1832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12AE0AAD-B251-4C2B-B287-8CF1FEEF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Добро которое я заметил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0d69969584ec9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14E6888-A8A6-4C20-BE4F-574BC2BD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529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Кто вернулся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 Иисусу?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Какой шаг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сделает Миша?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2B16AE9-19EC-45C7-916F-2AE1FB12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64465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2026-10-02T20:24:10.1800000Z</dcterms:created>
  <dcterms:modified xsi:type="dcterms:W3CDTF">2026-10-02T20:24:10.1800000Z</dcterms:modified>
</coreProperties>
</file>