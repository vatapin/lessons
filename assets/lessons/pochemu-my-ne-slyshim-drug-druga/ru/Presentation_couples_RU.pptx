
<file path=[Content_Types].xml><?xml version="1.0" encoding="utf-8"?>
<Types xmlns="http://schemas.openxmlformats.org/package/2006/content-types">
  <Default Extension="xml" ContentType="application/vnd.openxmlformats-package.core-properties+xml"/>
  <Default Extension="jp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1e747e18b14982" /><Relationship Type="http://schemas.openxmlformats.org/officeDocument/2006/relationships/extended-properties" Target="/docProps/app.xml" Id="R9079bece8b1348d7" /><Relationship Type="http://schemas.openxmlformats.org/officeDocument/2006/relationships/officeDocument" Target="/ppt/presentation.xml" Id="R3f242edb16ca41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d453e99d124113"/>
  </p:sldMasterIdLst>
  <p:notesMasterIdLst>
    <p:notesMasterId xmlns:r="http://schemas.openxmlformats.org/officeDocument/2006/relationships" r:id="Rcce4dda7d6ef4f9a"/>
  </p:notesMasterIdLst>
  <p:sldIdLst>
    <p:sldId xmlns:r="http://schemas.openxmlformats.org/officeDocument/2006/relationships" id="256" r:id="Re151a257b34b4a48"/>
    <p:sldId xmlns:r="http://schemas.openxmlformats.org/officeDocument/2006/relationships" id="257" r:id="R1b517830ae324799"/>
    <p:sldId xmlns:r="http://schemas.openxmlformats.org/officeDocument/2006/relationships" id="258" r:id="R48da80ed455b4284"/>
    <p:sldId xmlns:r="http://schemas.openxmlformats.org/officeDocument/2006/relationships" id="259" r:id="R005affd0716a4f70"/>
    <p:sldId xmlns:r="http://schemas.openxmlformats.org/officeDocument/2006/relationships" id="260" r:id="Rdef66dad5ab0403c"/>
    <p:sldId xmlns:r="http://schemas.openxmlformats.org/officeDocument/2006/relationships" id="261" r:id="R8523fc57e7b94ebe"/>
    <p:sldId xmlns:r="http://schemas.openxmlformats.org/officeDocument/2006/relationships" id="262" r:id="R6c3276635fa44a11"/>
    <p:sldId xmlns:r="http://schemas.openxmlformats.org/officeDocument/2006/relationships" id="263" r:id="R3440cb708ab44ec2"/>
    <p:sldId xmlns:r="http://schemas.openxmlformats.org/officeDocument/2006/relationships" id="264" r:id="Rb5589ddd19f94dc5"/>
    <p:sldId xmlns:r="http://schemas.openxmlformats.org/officeDocument/2006/relationships" id="265" r:id="Rd8687b49e0564d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383a6f590c4b10" /><Relationship Type="http://schemas.openxmlformats.org/officeDocument/2006/relationships/slideMaster" Target="/ppt/slideMasters/slideMaster1.xml" Id="Rcbd453e99d124113" /><Relationship Type="http://schemas.openxmlformats.org/officeDocument/2006/relationships/notesMaster" Target="/ppt/notesMasters/notesMaster1.xml" Id="Rcce4dda7d6ef4f9a" /><Relationship Type="http://schemas.openxmlformats.org/officeDocument/2006/relationships/presProps" Target="/ppt/presProps.xml" Id="R11cba50d14a34019" /><Relationship Type="http://schemas.openxmlformats.org/officeDocument/2006/relationships/tableStyles" Target="/ppt/tableStyles.xml" Id="R48c0474a9fb44086" /><Relationship Type="http://schemas.openxmlformats.org/officeDocument/2006/relationships/slide" Target="/ppt/slides/slide1.xml" Id="Re151a257b34b4a48" /><Relationship Type="http://schemas.openxmlformats.org/officeDocument/2006/relationships/slide" Target="/ppt/slides/slide2.xml" Id="R1b517830ae324799" /><Relationship Type="http://schemas.openxmlformats.org/officeDocument/2006/relationships/slide" Target="/ppt/slides/slide3.xml" Id="R48da80ed455b4284" /><Relationship Type="http://schemas.openxmlformats.org/officeDocument/2006/relationships/slide" Target="/ppt/slides/slide4.xml" Id="R005affd0716a4f70" /><Relationship Type="http://schemas.openxmlformats.org/officeDocument/2006/relationships/slide" Target="/ppt/slides/slide5.xml" Id="Rdef66dad5ab0403c" /><Relationship Type="http://schemas.openxmlformats.org/officeDocument/2006/relationships/slide" Target="/ppt/slides/slide6.xml" Id="R8523fc57e7b94ebe" /><Relationship Type="http://schemas.openxmlformats.org/officeDocument/2006/relationships/slide" Target="/ppt/slides/slide7.xml" Id="R6c3276635fa44a11" /><Relationship Type="http://schemas.openxmlformats.org/officeDocument/2006/relationships/slide" Target="/ppt/slides/slide8.xml" Id="R3440cb708ab44ec2" /><Relationship Type="http://schemas.openxmlformats.org/officeDocument/2006/relationships/slide" Target="/ppt/slides/slide9.xml" Id="Rb5589ddd19f94dc5" /><Relationship Type="http://schemas.openxmlformats.org/officeDocument/2006/relationships/slide" Target="/ppt/slides/slide10.xml" Id="Rd8687b49e0564d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20622b02740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f6472d6f7412f" /><Relationship Type="http://schemas.openxmlformats.org/officeDocument/2006/relationships/notesMaster" Target="/ppt/notesMasters/notesMaster1.xml" Id="Re7ee8318d0aa40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8543f9c85b4d40" /><Relationship Type="http://schemas.openxmlformats.org/officeDocument/2006/relationships/notesMaster" Target="/ppt/notesMasters/notesMaster1.xml" Id="R4c2a6f900cab45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1230aed01d4d35" /><Relationship Type="http://schemas.openxmlformats.org/officeDocument/2006/relationships/notesMaster" Target="/ppt/notesMasters/notesMaster1.xml" Id="Rbc2839cc932e42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c1586bf2fa4da2" /><Relationship Type="http://schemas.openxmlformats.org/officeDocument/2006/relationships/notesMaster" Target="/ppt/notesMasters/notesMaster1.xml" Id="Rb46a6a67a39e4b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adf29170f24855" /><Relationship Type="http://schemas.openxmlformats.org/officeDocument/2006/relationships/notesMaster" Target="/ppt/notesMasters/notesMaster1.xml" Id="R870d5bd1500f4a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a37b0b4ba444c4" /><Relationship Type="http://schemas.openxmlformats.org/officeDocument/2006/relationships/notesMaster" Target="/ppt/notesMasters/notesMaster1.xml" Id="R9466e78085554c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db0aad340b443a" /><Relationship Type="http://schemas.openxmlformats.org/officeDocument/2006/relationships/notesMaster" Target="/ppt/notesMasters/notesMaster1.xml" Id="Re0200848158441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37edca9273479a" /><Relationship Type="http://schemas.openxmlformats.org/officeDocument/2006/relationships/notesMaster" Target="/ppt/notesMasters/notesMaster1.xml" Id="R13d6e997cf6047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2412b5329b4631" /><Relationship Type="http://schemas.openxmlformats.org/officeDocument/2006/relationships/notesMaster" Target="/ppt/notesMasters/notesMaster1.xml" Id="Rdfad7057bb6a4f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247bfc81e948ad" /><Relationship Type="http://schemas.openxmlformats.org/officeDocument/2006/relationships/notesMaster" Target="/ppt/notesMasters/notesMaster1.xml" Id="R028f294fb3b1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Практическое занятие для супругов</a:t>
            </a:r>
          </a:p>
          <a:p xmlns:a="http://schemas.openxmlformats.org/drawingml/2006/main">
            <a:r>
              <a:t>4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«Выберите помеху, которую замечаете прежде всего у себя». Супруги отмечают ответ отдельно, затем каждый за 30 секунд заканчивает: «Сегодня я хочу лучше научиться…». Другой слушает без исправлений. Ведущий: «Сравнивать, кто из вас слушает хуже, не будем. Сегодня каждый пробует один новый способ разговора». В группе желающие называют только свою цель; с одной парой ведущий спрашивает обоих по очереди.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Первый выбор и личная цель.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Иллюстрация: ../images/01.png; создана с помощью ИИ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Практическое занятие для супругов</a:t>
            </a:r>
          </a:p>
          <a:p xmlns:a="http://schemas.openxmlformats.org/drawingml/2006/main">
            <a:r>
              <a:t>7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Каждая пара получает страницу 1. Анна: «Ты опять в телефоне». Михаил: «Я вообще-то делом занят». Анна: «С тобой невозможно поговорить». Михаил: «А ты можешь без претензий?» Это вымышленные герои. Затем супруги по очереди говорят, что мог услышать их персонаж. Поменяйтесь ролями и прочитайте ещё раз. Ведущий: «Изменилась ли ваша версия, когда вы оказались на другой стороне?» Дайте две минуты разговора вдвоём. В общий круг вынесите только наблюдение о словах героев. Закрытые обстоятельства пока не выдавайте.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Дословная реплика отделена от догадки.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Иллюстрация: ../images/02.png; создана с помощью ИИ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Практическое занятие для супругов</a:t>
            </a:r>
          </a:p>
          <a:p xmlns:a="http://schemas.openxmlformats.org/drawingml/2006/main">
            <a:r>
              <a:t>6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Супруги выбирают ответ отдельно и сравнивают причины. Варианты: А «Тогда просто ложись раньше»; Б «А я, по-твоему, не устал?»; В «Тебе сейчас хочется, чтобы я послушал, или нужна помощь?» В открывает разговор, А предлагает совет до выяснения просьбы, Б переводит разговор в соревнование. Затем каждый спрашивает другого: «Как ты обычно даёшь понять, что тебе нужно просто выговориться?» На ответ каждому по минуте. Если супруг ещё не знает, предложите придумать удобную фразу сейчас: «Мне нужно пять минут, чтобы ты меня послушал». Завершите вопросом: «Как проверить, подходит ли сейчас время для разговора?»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Один вопрос вместо поспешного совета.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Иллюстрация: ../images/03.png; создана с помощью ИИ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Практическое занятие для супругов</a:t>
            </a:r>
          </a:p>
          <a:p xmlns:a="http://schemas.openxmlformats.org/drawingml/2006/main">
            <a:r>
              <a:t>10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Прочитайте полностью Иак. 1:19–20 и Еф. 4:25–32 из раздела «Библейская основа». Каждый супруг выбирает стих для себя и заканчивает: «Для меня это означает…». Другой повторяет смысл, не применяя стих к недостаткам супруга. По две минуты каждому, затем короткий общий вывод. Ведущий: «Павел говорит и о правде, и о доброте. Можно честно сказать о боли, не унижая другого». Спросите: «Какую свою привычку я хочу пересмотреть?» Ответ можно оставить личным.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Конкретный поступок связан с библейским стихом.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Иак. 1:19–20</a:t>
            </a:r>
          </a:p>
          <a:p xmlns:a="http://schemas.openxmlformats.org/drawingml/2006/main">
            <a:r>
              <a:t>19 Итак, братия мои возлюбленные, всякий человек да будет скор на слышание, медлен на слова, медлен на гнев,</a:t>
            </a:r>
          </a:p>
          <a:p xmlns:a="http://schemas.openxmlformats.org/drawingml/2006/main">
            <a:r>
              <a:t>20 ибо гнев человека не творит правды Божией.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Еф. 4:25–32</a:t>
            </a:r>
          </a:p>
          <a:p xmlns:a="http://schemas.openxmlformats.org/drawingml/2006/main">
            <a:r>
              <a:t>25 Посему, отвергнув ложь, говорите истину каждый ближнему своему, потому что мы члены друг другу.</a:t>
            </a:r>
          </a:p>
          <a:p xmlns:a="http://schemas.openxmlformats.org/drawingml/2006/main">
            <a:r>
              <a:t>26 Гневаясь, не согрешайте: солнце да не зайдет во гневе вашем;</a:t>
            </a:r>
          </a:p>
          <a:p xmlns:a="http://schemas.openxmlformats.org/drawingml/2006/main">
            <a:r>
              <a:t>27 и не давайте места диаволу.</a:t>
            </a:r>
          </a:p>
          <a:p xmlns:a="http://schemas.openxmlformats.org/drawingml/2006/main">
            <a:r>
              <a:t>28 Кто крал, вперед не кради, а лучше трудись, делая своими руками полезное, чтобы было из чего уделять нуждающемуся.</a:t>
            </a:r>
          </a:p>
          <a:p xmlns:a="http://schemas.openxmlformats.org/drawingml/2006/main">
            <a:r>
              <a:t>29 Никакое гнилое слово да не исходит из уст ваших, а только доброе для назидания в вере, дабы оно доставляло благодать слушающим.</a:t>
            </a:r>
          </a:p>
          <a:p xmlns:a="http://schemas.openxmlformats.org/drawingml/2006/main">
            <a:r>
              <a:t>30 И не оскорбляйте Святаго Духа Божия, Которым вы запечатлены в день искупления.</a:t>
            </a:r>
          </a:p>
          <a:p xmlns:a="http://schemas.openxmlformats.org/drawingml/2006/main">
            <a:r>
              <a:t>31 Всякое раздражение и ярость, и гнев, и крик, и злоречие со всякою злобою да будут удалены от вас;</a:t>
            </a:r>
          </a:p>
          <a:p xmlns:a="http://schemas.openxmlformats.org/drawingml/2006/main">
            <a:r>
              <a:t>32 но будьте друг ко другу добры, сострадательны, прощайте друг друга, как и Бог во Христе простил вас.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Оба послания обращены к христианской общине, а не только к супругам. Иаков связывает слушание со сдержанностью в словах и гневе. Павел говорит о новой жизни во Христе: правдивости, труде, помощи, добрых словах и прощении. Мы применяем эти наставления к повседневному разговору. Пересказ, уточняющий вопрос и формула просьбы — учебные упражнения, а не цитаты из Писания.</a:t>
            </a:r>
          </a:p>
          <a:p xmlns:a="http://schemas.openxmlformats.org/drawingml/2006/main">
            <a:r>
              <a:t>https://bible-teka.com/syn/45/1/</a:t>
            </a:r>
          </a:p>
          <a:p xmlns:a="http://schemas.openxmlformats.org/drawingml/2006/main">
            <a:r>
              <a:t>https://www.bible-center.ru/ru/bibletext/synnew_ru/eph/4:25-32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Иллюстрация: ../images/04.png; создана с помощью ИИ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Практическое занятие для супругов</a:t>
            </a:r>
          </a:p>
          <a:p xmlns:a="http://schemas.openxmlformats.org/drawingml/2006/main">
            <a:r>
              <a:t>8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паре рассортируйте карточки страницы 3 и проверьте разбор. Ведущий раскрывает два обстоятельства со страницы 2. Каждый супруг выбирает одну свою недавнюю, не слишком болезненную догадку либо пример героев. Запишите отдельно наблюдение, догадку и вопрос. Обменяйтесь только тем, чем готовы поделиться. Слушающий не обязан подтвердить догадку: его задача — уточнить реальное обстоятельство. Ведущий: «Фраза “Я чувствую, что тебе всё равно” всё ещё содержит вывод о другом. Можно сказать: “Мне грустно, когда я рассказываю, а ты продолжаешь смотреть в экран”».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Две верные категории и уточняющий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Иллюстрация: ../images/05.png; создана с помощью ИИ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Практическое занятие для супругов</a:t>
            </a:r>
          </a:p>
          <a:p xmlns:a="http://schemas.openxmlformats.org/drawingml/2006/main">
            <a:r>
              <a:t>14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Страница 4. Ведущий: «Выберите небольшую текущую тему, которую оба готовы обсуждать. Можно остаться с вымышленными героями». Две минуты на объяснение и выбор. Первый говорит две минуты; второй за минуту повторяет, что произошло и что важно, затем задаёт один вопрос; 30 секунд на уточнение и 30 секунд на подтверждение. Четыре минуты, затем смена ролей ещё на четыре. Последние четыре минуты: каждый завершает «Я лучше понял…» и «Мне помогло…». Ведущий не вмешивается в содержание, напоминает о времени. Если оба начинают спорить, верните фразу «Сначала я хочу убедиться, что понял тебя».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Оба побывали слушающими и получили обратную связь.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Иллюстрация: ../images/06.png; создана с помощью ИИ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Практическое занятие для супругов</a:t>
            </a:r>
          </a:p>
          <a:p xmlns:a="http://schemas.openxmlformats.org/drawingml/2006/main">
            <a:r>
              <a:t>10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Первые две минуты: каждый выбирает одну реплику героев и переписывает без обвинения. Затем три минуты разыграйте новую сцену вдвоём. Проверьте три пункта страницы 4. Ещё три минуты: поменяйте роли и попробуйте другой вариант, в котором ждать сейчас невозможно. Например: «Мне нужно сказать срочно одну важную вещь. Можешь на минуту остановиться?» Михаил решает, может ли прервать дело, и честно отвечает. Последние две минуты обсудите: «Мы нашли взаимную договорённость или один просто уступил, не объяснив себя?» В общий круг можно вынести только удачную фразу.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Разговор заканчивается ясной взаимной договорённостью.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Иллюстрация: ../images/07.png; создана с помощью ИИ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Практическое занятие для супругов</a:t>
            </a:r>
          </a:p>
          <a:p xmlns:a="http://schemas.openxmlformats.org/drawingml/2006/main">
            <a:r>
              <a:t>7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Страница 5. Каждый по минуте рассказывает, по какому собственному признаку замечает, что пора остановиться: торопится, повышает голос, уже не может повторить мысль другого. Затем за три минуты согласуйте фразу паузы и способ назначить возвращение. Не выбирайте сигнал, который одному кажется насмешкой. Последние две минуты репетируйте: один просит паузу, другой уточняет время; затем поменяйтесь. Если кому-то нужно больше времени, он сообщает об этом и предлагает новый срок.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Фраза паузы содержит предложение вернуться.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Иллюстрация: ../images/10.png; создана с помощью ИИ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Практическое занятие для супругов</a:t>
            </a:r>
          </a:p>
          <a:p xmlns:a="http://schemas.openxmlformats.org/drawingml/2006/main">
            <a:r>
              <a:t>6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Страница 6, один лист на супругов. Каждый минуту записывает отдельно, о чём хотел бы поговорить. Затем две минуты выбирайте одну небольшую тему, удобное время и десять минут без отвлечений. Отведите каждому по три минуты рассказа и по две минуты на пересказ и уточнение со стороны другого. Последние две минуты подтвердите договорённость: когда, где, как напомнить; если время сорвётся, кто предложит новое. Ведущий спрашивает только: «Договорённость подходит вам обоим?» Содержание листа не собирается.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Записан один выполнимый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Иллюстрация: ../images/08.png; создана с помощью ИИ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Практическое занятие для супругов</a:t>
            </a:r>
          </a:p>
          <a:p xmlns:a="http://schemas.openxmlformats.org/drawingml/2006/main">
            <a:r>
              <a:t>3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Каждый за 30 секунд произносит свой ответ на фразу экрана. Затем по 30 секунд благодарит другого за одно конкретное действие сегодня: «Спасибо, что дал мне закончить мысль». Ведущий коротко напоминает: «На неделе попробуйте вашу договорённость. После разговора спросите, что помогло и что стоит изменить». Оставшееся время — добровольная заключительная молитва. В группе пар личные ответы не оглашаются. С одной парой ведущий завершает теми же словами.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ответная реплика и личный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Господи, помоги нам слышать друг друга, удерживать обидные слова и говорить правду с любовью. Дай нам терпение исправлять свои ошибки и заботиться о ближнем. Аминь.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Иллюстрация: ../images/09.png; создана с помощью ИИ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4578932824b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694b83f9448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2af25d61341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25cd22d334f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acfe353d549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32177ce8c4c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5DEF4AD-7B61-4460-AA4A-FF858178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369CFB-61CD-43DA-9A44-F0BBE3995F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6F9403F-A31D-41BC-B525-2A0F646C65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7A45054-4DBB-45AB-9EF6-D3C1B8DD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9F8AAA-D90F-4D82-8479-D37F0A7440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8790801-AD94-49F7-9152-08784C3E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B3BA26-6D33-4180-84E4-A5DB54E83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0EF1C3E-E27E-4C6C-B398-614E57742C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81B940A-65D3-456A-80BF-4265878E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7FC199-E4A0-4AB1-8E08-EB3A118F36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CFD8F7-F02E-4B80-896D-18FE24DB6B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1B9E86-5969-481F-8B52-4B4EC85DB8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D337037-D2C2-4422-8505-9FFA4D67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E39F64-6FEB-487F-A5E9-F1DF37448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608489-B514-416C-951C-13F8328CF1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e738fadce4a8f" /><Relationship Type="http://schemas.openxmlformats.org/officeDocument/2006/relationships/slideLayout" Target="/ppt/slideLayouts/slideLayout1.xml" Id="Rbd9a35c9fa814566" /><Relationship Type="http://schemas.openxmlformats.org/officeDocument/2006/relationships/slideLayout" Target="/ppt/slideLayouts/slideLayout2.xml" Id="R77ac118c39784ecb" /><Relationship Type="http://schemas.openxmlformats.org/officeDocument/2006/relationships/slideLayout" Target="/ppt/slideLayouts/slideLayout3.xml" Id="R421e2688e91441fb" /><Relationship Type="http://schemas.openxmlformats.org/officeDocument/2006/relationships/slideLayout" Target="/ppt/slideLayouts/slideLayout4.xml" Id="R9b286abfd34a47ee" /><Relationship Type="http://schemas.openxmlformats.org/officeDocument/2006/relationships/slideLayout" Target="/ppt/slideLayouts/slideLayout5.xml" Id="R301461fb9aaa4326" /><Relationship Type="http://schemas.openxmlformats.org/officeDocument/2006/relationships/slideLayout" Target="/ppt/slideLayouts/slideLayout6.xml" Id="Rffe7be2af2c543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9a35c9fa814566"/>
    <p:sldLayoutId xmlns:r="http://schemas.openxmlformats.org/officeDocument/2006/relationships" id="2147483650" r:id="R77ac118c39784ecb"/>
    <p:sldLayoutId xmlns:r="http://schemas.openxmlformats.org/officeDocument/2006/relationships" id="2147483651" r:id="R421e2688e91441fb"/>
    <p:sldLayoutId xmlns:r="http://schemas.openxmlformats.org/officeDocument/2006/relationships" id="2147483652" r:id="R9b286abfd34a47ee"/>
    <p:sldLayoutId xmlns:r="http://schemas.openxmlformats.org/officeDocument/2006/relationships" id="2147483653" r:id="R301461fb9aaa4326"/>
    <p:sldLayoutId xmlns:r="http://schemas.openxmlformats.org/officeDocument/2006/relationships" id="2147483654" r:id="Rffe7be2af2c543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86f69205bc4374" /><Relationship Type="http://schemas.openxmlformats.org/officeDocument/2006/relationships/image" Target="/ppt/media/image.jpg" Id="R27b40679124848aa" /><Relationship Type="http://schemas.openxmlformats.org/officeDocument/2006/relationships/notesSlide" Target="/ppt/notesSlides/notesSlide1.xml" Id="R28580d89015241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87058fafb4a8f" /><Relationship Type="http://schemas.openxmlformats.org/officeDocument/2006/relationships/image" Target="/ppt/media/image2.jpg" Id="Rd8dfc652901d4844" /><Relationship Type="http://schemas.openxmlformats.org/officeDocument/2006/relationships/notesSlide" Target="/ppt/notesSlides/notesSlide2.xml" Id="R840df4ecff3b4a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f92cc9d4846b6" /><Relationship Type="http://schemas.openxmlformats.org/officeDocument/2006/relationships/image" Target="/ppt/media/image3.jpg" Id="R9e30b356951843d5" /><Relationship Type="http://schemas.openxmlformats.org/officeDocument/2006/relationships/notesSlide" Target="/ppt/notesSlides/notesSlide3.xml" Id="Rdb2763cbe1434f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8093dc70b1458c" /><Relationship Type="http://schemas.openxmlformats.org/officeDocument/2006/relationships/image" Target="/ppt/media/image4.jpg" Id="Rcf4a22403d5e4575" /><Relationship Type="http://schemas.openxmlformats.org/officeDocument/2006/relationships/notesSlide" Target="/ppt/notesSlides/notesSlide4.xml" Id="R0f8ce9bb1f1d4a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ac34cb5ce4bb1" /><Relationship Type="http://schemas.openxmlformats.org/officeDocument/2006/relationships/image" Target="/ppt/media/image5.jpg" Id="R247e59b1cc4848d0" /><Relationship Type="http://schemas.openxmlformats.org/officeDocument/2006/relationships/notesSlide" Target="/ppt/notesSlides/notesSlide5.xml" Id="R5f75498e9abd48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8f3fbf7c940e0" /><Relationship Type="http://schemas.openxmlformats.org/officeDocument/2006/relationships/image" Target="/ppt/media/image6.jpg" Id="Rfe187b20db7c41b3" /><Relationship Type="http://schemas.openxmlformats.org/officeDocument/2006/relationships/notesSlide" Target="/ppt/notesSlides/notesSlide6.xml" Id="R78643bf199a94b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0410b57a64c6e" /><Relationship Type="http://schemas.openxmlformats.org/officeDocument/2006/relationships/image" Target="/ppt/media/image7.jpg" Id="R72d50f9910014059" /><Relationship Type="http://schemas.openxmlformats.org/officeDocument/2006/relationships/notesSlide" Target="/ppt/notesSlides/notesSlide7.xml" Id="R9483acee935b49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f800c9e0b4d8b" /><Relationship Type="http://schemas.openxmlformats.org/officeDocument/2006/relationships/image" Target="/ppt/media/image8.jpg" Id="Ra1a045264350432a" /><Relationship Type="http://schemas.openxmlformats.org/officeDocument/2006/relationships/notesSlide" Target="/ppt/notesSlides/notesSlide8.xml" Id="R10063baaa71c4d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2853607a64a2c" /><Relationship Type="http://schemas.openxmlformats.org/officeDocument/2006/relationships/image" Target="/ppt/media/image9.jpg" Id="R550ad5910ae04fc7" /><Relationship Type="http://schemas.openxmlformats.org/officeDocument/2006/relationships/notesSlide" Target="/ppt/notesSlides/notesSlide9.xml" Id="Rc919613457174e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f1ca1bc524413" /><Relationship Type="http://schemas.openxmlformats.org/officeDocument/2006/relationships/image" Target="/ppt/media/image10.jpg" Id="Rce8b18d1cba14ee2" /><Relationship Type="http://schemas.openxmlformats.org/officeDocument/2006/relationships/notesSlide" Target="/ppt/notesSlides/notesSlide10.xml" Id="Re7248951cc6149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40679124848a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35EE3-746E-41B2-9711-9CE70275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01   4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99305-4D3A-4A8D-8B8F-80977813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44005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Почему мы перестаём слышать друг друга?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375EB-9D56-4E1E-9BD5-F6B50EE8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4400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Практическое занятие для супругов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FB9F1-AE9F-4BD2-9F23-8B4F6651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4400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Что чаще мешает слушать?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Спешка / готовый ответ / усталость / догадки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76F78-C21F-442E-B1F4-7846E670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341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10772160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fc652901d484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65D46-9691-42E4-839A-5D47D41D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02   7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99167-CBAC-4BC7-B589-5E5FF75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4400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Один вечер и два смысла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B2D67-935C-477C-B432-2383CCD4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44005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«Ты опять в телефоне».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Что было сказано? Что было услышано?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57DE5-F7C9-4947-AF2C-9DF051ED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341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7104143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0b356951843d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12974-DB22-47E9-9262-C8117961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03   6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73B6B-5F22-4B9F-BC7D-C2DD2D7C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4400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Ответ уже готов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FEB30-53C8-4772-89FC-1ADA5005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44005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«Я сегодня совсем вымоталась».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А  «Просто ложись раньше».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Б  «А я, по-твоему, не устал?»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В  «Послушать или помочь?»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A0C28-ED22-4017-B53D-DCA2E7B0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341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3653534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a22403d5e457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F9329-AE22-4ECB-8660-FBE43BD0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04   10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103EF-9489-437A-93BA-2D1595B4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4400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Слова и христианская жизнь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8D386-C237-4528-BD93-01BB87B1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44005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Иак. 1:19–20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Еф. 4:25–32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Что эти слова меняют в нашем разговоре?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9CE28-4049-419A-B958-1E2544FB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341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10112637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e59b1cc4848d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06B20-B82F-4B38-B6FC-D079097B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05   8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E05CD-88C1-40E6-BFB1-44FD84BD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4400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Факт или моя версия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BBBFA-57EA-4955-9F34-81FEE922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44005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Что я видел или слышал?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Что я предположил?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Что стоит спросить?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E9054-524D-45BC-9797-F670A6CB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341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8171592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87b20db7c41b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D38BC-ECC5-4F87-9507-748E7EA5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06   14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A026C-CC60-4B8B-9368-CDC48D06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4400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Две минуты внимания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49B0C-7581-4C6E-B5EB-E81C8C9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44005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2 минуты: говорю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1 минута: слушающий пересказывает и спрашивает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Уточнение, затем смена ролей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27576-3F96-402B-B5FE-4989C460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341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20028702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50f9910014059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EE2A5-916B-4F5E-8D70-7EFDE481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07   10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C4E01-24A7-4E95-AE0A-E300DB78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4400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Тот же вечер ещё раз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7B649-6EC5-427A-AA1F-3F0A2CB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44005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Одна понятная просьба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Один уточняющий вопрос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Одна выполнимая договорённость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DEB0B-3E61-450E-BC88-3AB0C725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341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8102758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045264350432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D3879-99F8-41D7-8870-9FCC6AE3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08   7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0FF51-B5DB-4C47-AD98-11482833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4400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Пауза с возвращением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9BDAF-230F-4BA0-A6A1-85803472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44005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«Мне нужна пауза».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Когда мы продолжим?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Как дать понять, что разговор важен?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3DE20-F167-43D9-A6D3-87D832E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341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6679128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ad5910ae04fc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8BE76-9BBD-42CD-91F8-D8F19383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09   6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9D245-DB4F-4966-ADE8-5D20F822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4400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Один разговор на неделе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02A96-2BD3-41BA-A410-2438A1D8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44005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Наша тема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10 минут без отвлечений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Когда, где и как напомним?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7FB78-160F-4E29-BCD6-0DC294B4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341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5787106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b18d1cba14ee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85275-14D0-4D1C-A254-1B9B9814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10   3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CA70B-523E-4FA4-8840-72E9EA3C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4400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Что я теперь услышу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2BEA8-C387-487A-A16F-69CB9D7C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44005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«Ты меня совсем не слушаешь».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Каким будет ваш первый ответ?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48577-3573-4E9C-BBBB-DEC0B694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341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33743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1400081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2026-10-03T23:07:39.5320000Z</dcterms:created>
  <dcterms:modified xsi:type="dcterms:W3CDTF">2026-10-03T23:07:39.5320000Z</dcterms:modified>
</coreProperties>
</file>