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b91e8a550e473e" /><Relationship Type="http://schemas.openxmlformats.org/officeDocument/2006/relationships/extended-properties" Target="/docProps/app.xml" Id="Ra3664d6183ba474f" /><Relationship Type="http://schemas.openxmlformats.org/officeDocument/2006/relationships/officeDocument" Target="/ppt/presentation.xml" Id="Ra2f70de37ddc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d23182f6b4cae"/>
  </p:sldMasterIdLst>
  <p:notesMasterIdLst>
    <p:notesMasterId xmlns:r="http://schemas.openxmlformats.org/officeDocument/2006/relationships" r:id="R6d3602f78fd1454d"/>
  </p:notesMasterIdLst>
  <p:sldIdLst>
    <p:sldId xmlns:r="http://schemas.openxmlformats.org/officeDocument/2006/relationships" id="256" r:id="R3526f332e51c4ec1"/>
    <p:sldId xmlns:r="http://schemas.openxmlformats.org/officeDocument/2006/relationships" id="257" r:id="Rb6085a3fac3747fb"/>
    <p:sldId xmlns:r="http://schemas.openxmlformats.org/officeDocument/2006/relationships" id="258" r:id="R7f5ca0273f844017"/>
    <p:sldId xmlns:r="http://schemas.openxmlformats.org/officeDocument/2006/relationships" id="259" r:id="Radfddddf044d4d96"/>
    <p:sldId xmlns:r="http://schemas.openxmlformats.org/officeDocument/2006/relationships" id="260" r:id="R9b9432cedbb54a8e"/>
    <p:sldId xmlns:r="http://schemas.openxmlformats.org/officeDocument/2006/relationships" id="261" r:id="Rdd15e6932cc94d73"/>
    <p:sldId xmlns:r="http://schemas.openxmlformats.org/officeDocument/2006/relationships" id="262" r:id="R78fc4b25fb0f4f9c"/>
    <p:sldId xmlns:r="http://schemas.openxmlformats.org/officeDocument/2006/relationships" id="263" r:id="R467670fe2cf440df"/>
    <p:sldId xmlns:r="http://schemas.openxmlformats.org/officeDocument/2006/relationships" id="264" r:id="R3ca21a644ed9406c"/>
    <p:sldId xmlns:r="http://schemas.openxmlformats.org/officeDocument/2006/relationships" id="265" r:id="R42e03afe8a2c49e1"/>
    <p:sldId xmlns:r="http://schemas.openxmlformats.org/officeDocument/2006/relationships" id="266" r:id="R1673f4387af24041"/>
    <p:sldId xmlns:r="http://schemas.openxmlformats.org/officeDocument/2006/relationships" id="267" r:id="Re5eb3963559943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0360191c204793" /><Relationship Type="http://schemas.openxmlformats.org/officeDocument/2006/relationships/slideMaster" Target="/ppt/slideMasters/slideMaster1.xml" Id="R67cd23182f6b4cae" /><Relationship Type="http://schemas.openxmlformats.org/officeDocument/2006/relationships/notesMaster" Target="/ppt/notesMasters/notesMaster1.xml" Id="R6d3602f78fd1454d" /><Relationship Type="http://schemas.openxmlformats.org/officeDocument/2006/relationships/presProps" Target="/ppt/presProps.xml" Id="R5465e5da711346f9" /><Relationship Type="http://schemas.openxmlformats.org/officeDocument/2006/relationships/tableStyles" Target="/ppt/tableStyles.xml" Id="R059c936aba7e4ad6" /><Relationship Type="http://schemas.openxmlformats.org/officeDocument/2006/relationships/slide" Target="/ppt/slides/slide1.xml" Id="R3526f332e51c4ec1" /><Relationship Type="http://schemas.openxmlformats.org/officeDocument/2006/relationships/slide" Target="/ppt/slides/slide2.xml" Id="Rb6085a3fac3747fb" /><Relationship Type="http://schemas.openxmlformats.org/officeDocument/2006/relationships/slide" Target="/ppt/slides/slide3.xml" Id="R7f5ca0273f844017" /><Relationship Type="http://schemas.openxmlformats.org/officeDocument/2006/relationships/slide" Target="/ppt/slides/slide4.xml" Id="Radfddddf044d4d96" /><Relationship Type="http://schemas.openxmlformats.org/officeDocument/2006/relationships/slide" Target="/ppt/slides/slide5.xml" Id="R9b9432cedbb54a8e" /><Relationship Type="http://schemas.openxmlformats.org/officeDocument/2006/relationships/slide" Target="/ppt/slides/slide6.xml" Id="Rdd15e6932cc94d73" /><Relationship Type="http://schemas.openxmlformats.org/officeDocument/2006/relationships/slide" Target="/ppt/slides/slide7.xml" Id="R78fc4b25fb0f4f9c" /><Relationship Type="http://schemas.openxmlformats.org/officeDocument/2006/relationships/slide" Target="/ppt/slides/slide8.xml" Id="R467670fe2cf440df" /><Relationship Type="http://schemas.openxmlformats.org/officeDocument/2006/relationships/slide" Target="/ppt/slides/slide9.xml" Id="R3ca21a644ed9406c" /><Relationship Type="http://schemas.openxmlformats.org/officeDocument/2006/relationships/slide" Target="/ppt/slides/slide10.xml" Id="R42e03afe8a2c49e1" /><Relationship Type="http://schemas.openxmlformats.org/officeDocument/2006/relationships/slide" Target="/ppt/slides/slide11.xml" Id="R1673f4387af24041" /><Relationship Type="http://schemas.openxmlformats.org/officeDocument/2006/relationships/slide" Target="/ppt/slides/slide12.xml" Id="Re5eb3963559943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cb8efb01144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d40f983fb4c1d" /><Relationship Type="http://schemas.openxmlformats.org/officeDocument/2006/relationships/notesMaster" Target="/ppt/notesMasters/notesMaster1.xml" Id="Rf2fc4de1a218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e7722619c14b95" /><Relationship Type="http://schemas.openxmlformats.org/officeDocument/2006/relationships/notesMaster" Target="/ppt/notesMasters/notesMaster1.xml" Id="R2f35cc2886fd40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1e2142d6e456d" /><Relationship Type="http://schemas.openxmlformats.org/officeDocument/2006/relationships/notesMaster" Target="/ppt/notesMasters/notesMaster1.xml" Id="R0780f6c4de23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6eefcbbcc420e" /><Relationship Type="http://schemas.openxmlformats.org/officeDocument/2006/relationships/notesMaster" Target="/ppt/notesMasters/notesMaster1.xml" Id="R300128ceab064e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2dab23f5084780" /><Relationship Type="http://schemas.openxmlformats.org/officeDocument/2006/relationships/notesMaster" Target="/ppt/notesMasters/notesMaster1.xml" Id="R1ef337992907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8d742733d84c31" /><Relationship Type="http://schemas.openxmlformats.org/officeDocument/2006/relationships/notesMaster" Target="/ppt/notesMasters/notesMaster1.xml" Id="R07b6ae04e71e4f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bb3a37d98a402a" /><Relationship Type="http://schemas.openxmlformats.org/officeDocument/2006/relationships/notesMaster" Target="/ppt/notesMasters/notesMaster1.xml" Id="R7702d103878a46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f0b3d863d452b" /><Relationship Type="http://schemas.openxmlformats.org/officeDocument/2006/relationships/notesMaster" Target="/ppt/notesMasters/notesMaster1.xml" Id="R961b53ae270340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7da6198534855" /><Relationship Type="http://schemas.openxmlformats.org/officeDocument/2006/relationships/notesMaster" Target="/ppt/notesMasters/notesMaster1.xml" Id="R4f53aa0dbd94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d6f4f3d9ed4786" /><Relationship Type="http://schemas.openxmlformats.org/officeDocument/2006/relationships/notesMaster" Target="/ppt/notesMasters/notesMaster1.xml" Id="Rbb005d73211842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708df260ee446c" /><Relationship Type="http://schemas.openxmlformats.org/officeDocument/2006/relationships/notesMaster" Target="/ppt/notesMasters/notesMaster1.xml" Id="R15ecaa2f37d547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8a97afe80e465c" /><Relationship Type="http://schemas.openxmlformats.org/officeDocument/2006/relationships/notesMaster" Target="/ppt/notesMasters/notesMaster1.xml" Id="Rf6a09a2fa523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Иногда кажется: у меня мало денег, времени или умения, поэтому я ничем не помогу. Представь: в группу пришёл новичок, а у тебя есть только несколько минут. Что всё-таки можно предложить?</a:t>
            </a:r>
          </a:p>
          <a:p xmlns:a="http://schemas.openxmlformats.org/drawingml/2006/main">
            <a:r>
              <a:t>Как провести: Каждый молча выбирает один доступный ресурс: время, внимание, вещь или умение. Можно взять вымышленный пример. Ответы пока не собираем, переходим к рассказу.</a:t>
            </a:r>
          </a:p>
          <a:p xmlns:a="http://schemas.openxmlformats.org/drawingml/2006/main">
            <a:r>
              <a:t>Вопрос: Что у меня уже есть, даже если это кажется небольшим?</a:t>
            </a:r>
          </a:p>
          <a:p xmlns:a="http://schemas.openxmlformats.org/drawingml/2006/main">
            <a:r>
              <a:t>Ориентир: Несколько минут внимания, карандаш, знание дороги или готовность позвать взрослого тоже могут пригодиться.</a:t>
            </a:r>
          </a:p>
          <a:p xmlns:a="http://schemas.openxmlformats.org/drawingml/2006/main">
            <a:r>
              <a:t>Ритм: 1 минута — ситуация; 1 минута — личный выбор.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С чего начать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3 мин.</a:t>
            </a:r>
          </a:p>
          <a:p xmlns:a="http://schemas.openxmlformats.org/drawingml/2006/main">
            <a:r>
              <a:t>Реплика: Прочитаем Ин. 6:1–15 целиком. Заметьте вопрос Христа, ответ Филиппа, слова Андрея и то, что происходит с хлебом. После чтения сразу разыграем рассказ.</a:t>
            </a:r>
          </a:p>
          <a:p xmlns:a="http://schemas.openxmlformats.org/drawingml/2006/main">
            <a:r>
              <a:t>Как провести: Прочитайте все 15 стихов подряд. Шесть участников заранее получают роли. Не прерывайте чтение вопросами. Сразу начинайте сценку.</a:t>
            </a:r>
          </a:p>
          <a:p xmlns:a="http://schemas.openxmlformats.org/drawingml/2006/main">
            <a:r>
              <a:t>Вопрос: Задание слушателям: заметить, что делает Христос и в чём участвуют люди.</a:t>
            </a:r>
          </a:p>
          <a:p xmlns:a="http://schemas.openxmlformats.org/drawingml/2006/main">
            <a:r>
              <a:t>Ориентир: Христос знает, что намерен сделать. У мальчика пять ячменных хлебов и две рыбки. Христос благодарит, ученики раздают, все насыщаются; остаются двенадцать коробов.</a:t>
            </a:r>
          </a:p>
          <a:p xmlns:a="http://schemas.openxmlformats.org/drawingml/2006/main">
            <a:r>
              <a:t>Ритм: 2,5 минуты — чтение; 30 секунд — переход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выбранный отрывок Ин. 6:1–15. Синодальный перевод.</a:t>
            </a:r>
          </a:p>
          <a:p xmlns:a="http://schemas.openxmlformats.org/drawingml/2006/main">
            <a:r>
              <a:t>1. После сего пошёл Иисус на ту сторону моря Галилейского, в окрестности Тивериады.</a:t>
            </a:r>
          </a:p>
          <a:p xmlns:a="http://schemas.openxmlformats.org/drawingml/2006/main">
            <a:r>
              <a:t>2. За Ним последовало множество народа, потому что видели чудеса, которые Он творил над больными.</a:t>
            </a:r>
          </a:p>
          <a:p xmlns:a="http://schemas.openxmlformats.org/drawingml/2006/main">
            <a:r>
              <a:t>3. Иисус взошёл на гору и там сидел с учениками Своими.</a:t>
            </a:r>
          </a:p>
          <a:p xmlns:a="http://schemas.openxmlformats.org/drawingml/2006/main">
            <a:r>
              <a:t>4. Приближалась же Пасха, праздник Иудейский.</a:t>
            </a:r>
          </a:p>
          <a:p xmlns:a="http://schemas.openxmlformats.org/drawingml/2006/main">
            <a:r>
              <a:t>5. Иисус, возведя очи и увидев, что множество народа идёт к Нему, говорит Филиппу: где нам купить хлебов, чтобы их накормить?</a:t>
            </a:r>
          </a:p>
          <a:p xmlns:a="http://schemas.openxmlformats.org/drawingml/2006/main">
            <a:r>
              <a:t>6. Говорил же это, испытывая его; ибо Сам знал, что хотел сделать.</a:t>
            </a:r>
          </a:p>
          <a:p xmlns:a="http://schemas.openxmlformats.org/drawingml/2006/main">
            <a:r>
              <a:t>7. Филипп отвечал Ему: им на двести динариев не довольно будет хлеба, чтобы каждому из них досталось хотя понемногу.</a:t>
            </a:r>
          </a:p>
          <a:p xmlns:a="http://schemas.openxmlformats.org/drawingml/2006/main">
            <a:r>
              <a:t>8. Один из учеников Его, Андрей, брат Симона Петра, говорит Ему:</a:t>
            </a:r>
          </a:p>
          <a:p xmlns:a="http://schemas.openxmlformats.org/drawingml/2006/main">
            <a:r>
              <a:t>9. здесь есть у одного мальчика пять хлебов ячменных и две рыбки; но что это для такого множества?</a:t>
            </a:r>
          </a:p>
          <a:p xmlns:a="http://schemas.openxmlformats.org/drawingml/2006/main">
            <a:r>
              <a:t>10. Иисус сказал: велите им возлечь. Было же на том месте много травы. Итак, возлегло людей числом около пяти тысяч.</a:t>
            </a:r>
          </a:p>
          <a:p xmlns:a="http://schemas.openxmlformats.org/drawingml/2006/main">
            <a:r>
              <a:t>11. Иисус, взяв хлебы и воздав благодарение, раздал ученикам, а ученики возлежавшим, также и рыбы, сколько кто хотел.</a:t>
            </a:r>
          </a:p>
          <a:p xmlns:a="http://schemas.openxmlformats.org/drawingml/2006/main">
            <a:r>
              <a:t>12. И когда насытились, то сказал ученикам Своим: соберите оставшиеся куски, чтобы ничего не пропало.</a:t>
            </a:r>
          </a:p>
          <a:p xmlns:a="http://schemas.openxmlformats.org/drawingml/2006/main">
            <a:r>
              <a:t>13. И собрали, и наполнили двенадцать коробов кусками от пяти ячменных хлебов, оставшимися у тех, которые ели.</a:t>
            </a:r>
          </a:p>
          <a:p xmlns:a="http://schemas.openxmlformats.org/drawingml/2006/main">
            <a:r>
              <a:t>14. Тогда люди, видевшие чудо, сотворённое Иисусом, сказали: это истинно Тот Пророк, Которому должно прийти в мир.</a:t>
            </a:r>
          </a:p>
          <a:p xmlns:a="http://schemas.openxmlformats.org/drawingml/2006/main">
            <a:r>
              <a:t>15. Иисус же, узнав, что хотят прийти, нечаянно взять Его и сделать царём, опять удалился на гору один.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Пять хлебов и две рыбы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 мин.</a:t>
            </a:r>
          </a:p>
          <a:p xmlns:a="http://schemas.openxmlformats.org/drawingml/2006/main">
            <a:r>
              <a:t>Реплика: Разыграем вопрос, появление хлебов и рыб, благодарение, раздачу и сбор оставшегося. Доведём рассказ до того, как Иисус удаляется на гору один.</a:t>
            </a:r>
          </a:p>
          <a:p xmlns:a="http://schemas.openxmlformats.org/drawingml/2006/main">
            <a:r>
              <a:t>Как провести: Роли: Иисус, Филипп, Андрей, мальчик и двое из народа. Ведущий читает повествование. По приложению проведите шесть эпизодов. Обсуждение начинается после финала.</a:t>
            </a:r>
          </a:p>
          <a:p xmlns:a="http://schemas.openxmlformats.org/drawingml/2006/main">
            <a:r>
              <a:t>Вопрос: Наблюдаем: чьим действием народ насыщается и какие поручения выполняют ученики?</a:t>
            </a:r>
          </a:p>
          <a:p xmlns:a="http://schemas.openxmlformats.org/drawingml/2006/main">
            <a:r>
              <a:t>Ориентир: Чудо совершает Христос. Ученики помогают людям расположиться, раздают и собирают куски. Финал ст. 14–15 сохраняем.</a:t>
            </a:r>
          </a:p>
          <a:p xmlns:a="http://schemas.openxmlformats.org/drawingml/2006/main">
            <a:r>
              <a:t>Ритм: 1 минута — вопрос; 1 минута — мальчик; 2 минуты — насыщение; 1 минута — сбор и финал.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по библейскому рассказу: шесть ролей участников, ведущий читает повествование:</a:t>
            </a:r>
          </a:p>
          <a:p xmlns:a="http://schemas.openxmlformats.org/drawingml/2006/main">
            <a:r>
              <a:t>Вопрос Филиппу: Ведущий читает по ст. 1–6: множество народа следует за Иисусом; Он сидит с учениками на горе. Иисус спрашивает Филиппа: «где нам купить хлебов, чтобы их накормить?» Ведущий добавляет полный ст. 6. Филипп читает ст. 7 о двухстах динариях.</a:t>
            </a:r>
          </a:p>
          <a:p xmlns:a="http://schemas.openxmlformats.org/drawingml/2006/main">
            <a:r>
              <a:t>Мальчик и Андрей: Ведущий читает ст. 8. Андрей показывает на мальчика и произносит полный ст. 9: «здесь есть у одного мальчика пять хлебов ячменных и две рыбки; но что это для такого множества?» Мальчик показывает иллюстрацию пяти хлебов и двух рыб. Его реплики и чувства текст не приводит; дополнительных слов ему не приписываем.</a:t>
            </a:r>
          </a:p>
          <a:p xmlns:a="http://schemas.openxmlformats.org/drawingml/2006/main">
            <a:r>
              <a:t>Люди располагаются: Иисус говорит: «велите им возлечь». Филипп и Андрей приглашают народ расположиться. Двое участников представляют множество людей. Ведущий читает полный ст. 10, включая «около пяти тысяч». Число участников сценки не изображает количество накормленных.</a:t>
            </a:r>
          </a:p>
          <a:p xmlns:a="http://schemas.openxmlformats.org/drawingml/2006/main">
            <a:r>
              <a:t>Благодарение и насыщение: Ведущий читает полный ст. 11. Иисус берёт изображение хлебов и жестом обозначает благодарение. Точные слова этой молитвы в выбранном отрывке не приведены. Филипп и Андрей изображают раздачу, двое из народа — получение пищи. Ведущий начинает ст. 12 словами «И когда насытились».</a:t>
            </a:r>
          </a:p>
          <a:p xmlns:a="http://schemas.openxmlformats.org/drawingml/2006/main">
            <a:r>
              <a:t>Чтобы ничего не пропало: Иисус произносит: «соберите оставшиеся куски, чтобы ничего не пропало». Филипп и Андрей изображают сбор в короб. Ведущий читает полный ст. 13 о двенадцати коробах. Один реквизит обозначает действие сбора, число двенадцать произносит ведущий.</a:t>
            </a:r>
          </a:p>
          <a:p xmlns:a="http://schemas.openxmlformats.org/drawingml/2006/main">
            <a:r>
              <a:t>Знамение и финал: Двое из народа вместе читают ст. 14: «это истинно Тот Пророк, Которому должно прийти в мир». Ведущий читает ст. 15 полностью. Иисус отходит один. Только теперь начинаем обсуждение. Желание народа сделать Его царём и Его удаление сохраняются в финале.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Благодарение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Реплика: Андрей спрашивает: «Но что это для такого множества?» Рядом с большой нуждой малое кажется бесполезным. Что изменилось после благодарения Христа?</a:t>
            </a:r>
          </a:p>
          <a:p xmlns:a="http://schemas.openxmlformats.org/drawingml/2006/main">
            <a:r>
              <a:t>Как провести: Выслушайте два ответа с опорой на ст. 6, 9, 11–13. На доске запишите отдельно действие Христа и участие людей. Затем спросите о малом посильном деле сегодня.</a:t>
            </a:r>
          </a:p>
          <a:p xmlns:a="http://schemas.openxmlformats.org/drawingml/2006/main">
            <a:r>
              <a:t>Вопрос: Почему эту историю нельзя свести к тому, что люди просто поделились своими запасами?</a:t>
            </a:r>
          </a:p>
          <a:p xmlns:a="http://schemas.openxmlformats.org/drawingml/2006/main">
            <a:r>
              <a:t>Ориентир: Евангелие называет случившееся чудом Иисуса. Народ насыщается, остаются куски. Наш вывод о малом добре — применение рассказа, а не объяснение чуда обычной раздачей.</a:t>
            </a:r>
          </a:p>
          <a:p xmlns:a="http://schemas.openxmlformats.org/drawingml/2006/main">
            <a:r>
              <a:t>Ритм: 2 минуты — текст; 2 минуты — связь с нашей жизнью.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Андрей и мальчик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Соберите четыре события. Найдите пять хлебов, две рыбы и двенадцать коробов. Что было в начале и что осталось после того, как люди насытились?</a:t>
            </a:r>
          </a:p>
          <a:p xmlns:a="http://schemas.openxmlformats.org/drawingml/2006/main">
            <a:r>
              <a:t>Как провести: Пары получают четыре перемешанные карточки со страницы 2. Восстанавливают порядок и заполняют два поля. Одна пара объясняет, чем заканчивается выбранное чтение.</a:t>
            </a:r>
          </a:p>
          <a:p xmlns:a="http://schemas.openxmlformats.org/drawingml/2006/main">
            <a:r>
              <a:t>Вопрос: Что поручил Христос после насыщения народа?</a:t>
            </a:r>
          </a:p>
          <a:p xmlns:a="http://schemas.openxmlformats.org/drawingml/2006/main">
            <a:r>
              <a:t>Ориентир: Собрать оставшиеся куски, чтобы ничего не пропало. Двенадцать коробов относятся к остатку, а не к начальному запасу. После чуда Иисус удаляется один.</a:t>
            </a:r>
          </a:p>
          <a:p xmlns:a="http://schemas.openxmlformats.org/drawingml/2006/main">
            <a:r>
              <a:t>Ритм: 2 минуты — порядок; 1 минута — поля;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Оставшиеся куски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Прочитайте шесть случаев. Разложите их: «Можно начать», «Нужно уточнить», «Нужно изменить». Смотрите, есть ли согласие, чья это вещь и выполнимо ли обещание.</a:t>
            </a:r>
          </a:p>
          <a:p xmlns:a="http://schemas.openxmlformats.org/drawingml/2006/main">
            <a:r>
              <a:t>Как провести: Пары сортируют случаи со страницы 4. Для спорного случая называют уточняющий вопрос. Обсудите две карточки и причину решения.</a:t>
            </a:r>
          </a:p>
          <a:p xmlns:a="http://schemas.openxmlformats.org/drawingml/2006/main">
            <a:r>
              <a:t>Вопрос: Когда небольшой поступок помогает, а когда доброе намерение требует другого действия?</a:t>
            </a:r>
          </a:p>
          <a:p xmlns:a="http://schemas.openxmlformats.org/drawingml/2006/main">
            <a:r>
              <a:t>Ориентир: Можно предложить свой ресурс и выполнить обещанное. Чужую вещь сначала согласуют с владельцем. Нельзя обещать невозможное или стыдить человека за малый вклад.</a:t>
            </a:r>
          </a:p>
          <a:p xmlns:a="http://schemas.openxmlformats.org/drawingml/2006/main">
            <a:r>
              <a:t>Ритм: 2 минуты — сортировка; 2 минуты — объяснения.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Шесть случаев с условиями:</a:t>
            </a:r>
          </a:p>
          <a:p xmlns:a="http://schemas.openxmlformats.org/drawingml/2006/main">
            <a:r>
              <a:t>Показать дорогу: Новичок просит показать комнату. Ты знаешь дорогу и располагаешь пятью минутами. Предлагаешь пройти вместе.</a:t>
            </a:r>
          </a:p>
          <a:p xmlns:a="http://schemas.openxmlformats.org/drawingml/2006/main">
            <a:r>
              <a:t>Чужие карандаши: Ты хочешь подарить чужой набор карандашей. Владелец ещё не дал разрешения. Что нужно узнать прежде?</a:t>
            </a:r>
          </a:p>
          <a:p xmlns:a="http://schemas.openxmlformats.org/drawingml/2006/main">
            <a:r>
              <a:t>Невыполнимое обещание: У тебя десять минут, но ты обещаешь помочь весь вечер. Ты уже знаешь, что вечером занят. Как изменить обещание?</a:t>
            </a:r>
          </a:p>
          <a:p xmlns:a="http://schemas.openxmlformats.org/drawingml/2006/main">
            <a:r>
              <a:t>Рисунок по просьбе: Друг попросил небольшую открытку. У тебя есть бумага, карандаш и время. Ты предлагаешь простой рисунок, который умеешь сделать.</a:t>
            </a:r>
          </a:p>
          <a:p xmlns:a="http://schemas.openxmlformats.org/drawingml/2006/main">
            <a:r>
              <a:t>Неясная нужда: Команда собирается устроить новичку шумную игру. Никто ещё не спросил, хочет ли он играть. Какой вопрос нужен?</a:t>
            </a:r>
          </a:p>
          <a:p xmlns:a="http://schemas.openxmlformats.org/drawingml/2006/main">
            <a:r>
              <a:t>Стыд за малый вклад: Ты говоришь другу: «Твой один карандаш никому не нужен». Он может предложить только его. Как сказать иначе?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Вопрос Филиппу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Реплика: Один говорит: «У меня слишком мало, лучше я ничего не буду делать». Другой помогает найти один доступный поступок и спросить, нужен ли он. Затем поменяйтесь ролями.</a:t>
            </a:r>
          </a:p>
          <a:p xmlns:a="http://schemas.openxmlformats.org/drawingml/2006/main">
            <a:r>
              <a:t>Как провести: Возьмите четыре фразы со страницы 3. Выберите две полезные, переделайте две неудачные. В коротком диалоге назовите конкретное действие и оставьте человеку возможность отказаться.</a:t>
            </a:r>
          </a:p>
          <a:p xmlns:a="http://schemas.openxmlformats.org/drawingml/2006/main">
            <a:r>
              <a:t>Вопрос: Как звучит предложение помощи без давления?</a:t>
            </a:r>
          </a:p>
          <a:p xmlns:a="http://schemas.openxmlformats.org/drawingml/2006/main">
            <a:r>
              <a:t>Ориентир: «Я могу пять минут показать, где что находится. Хочешь?» Человек слышит, что именно предлагается, и может согласиться или выбрать другое.</a:t>
            </a:r>
          </a:p>
          <a:p xmlns:a="http://schemas.openxmlformats.org/drawingml/2006/main">
            <a:r>
              <a:t>Ритм: 2 минуты — первый диалог; 2 минуты — смена ролей и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фразы:</a:t>
            </a:r>
          </a:p>
          <a:p xmlns:a="http://schemas.openxmlformats.org/drawingml/2006/main">
            <a:r>
              <a:t>«Лучше ничего»: «Пять минут ничего не изменят, лучше не помогать». Найди конкретное дело на пять минут и предложи его без обещания решить всё.</a:t>
            </a:r>
          </a:p>
          <a:p xmlns:a="http://schemas.openxmlformats.org/drawingml/2006/main">
            <a:r>
              <a:t>«Я могу показать»: «Я могу показать тебе комнату и место для куртки. Хочешь?» Какое действие обещано? Где оставлено место для ответа?</a:t>
            </a:r>
          </a:p>
          <a:p xmlns:a="http://schemas.openxmlformats.org/drawingml/2006/main">
            <a:r>
              <a:t>«Докажи доброту»: «Если ты добрый, обязан отдать всё, что у тебя есть». Переделай давление в свободное предложение посильной помощи.</a:t>
            </a:r>
          </a:p>
          <a:p xmlns:a="http://schemas.openxmlformats.org/drawingml/2006/main">
            <a:r>
              <a:t>«Давай уточним»: «У меня есть бумага. Спрошу учителя, можно ли взять общие карандаши, и уточню, нужен ли тебе рисунок». Что здесь сначала проверяют?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Встреча новичка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</a:t>
            </a:r>
          </a:p>
          <a:p xmlns:a="http://schemas.openxmlformats.org/drawingml/2006/main">
            <a:r>
              <a:t>Реплика: В воскресную группу впервые придёт Роман. У команды нет денег на подарок. Есть бумага, карандаши, несколько минут и разные умения. Каждый знает только часть условий. Подготовьте первый план встречи.</a:t>
            </a:r>
          </a:p>
          <a:p xmlns:a="http://schemas.openxmlformats.org/drawingml/2006/main">
            <a:r>
              <a:t>Как провести: Команды по четыре получают отдельные сведения со страницы 5. Каждый пересказывает своё. Запишите первый план: что спросим, что предложим, кто и когда сделает. Новую просьбу пока держит ведущий.</a:t>
            </a:r>
          </a:p>
          <a:p xmlns:a="http://schemas.openxmlformats.org/drawingml/2006/main">
            <a:r>
              <a:t>Вопрос: Какая общая помощь получится из небольших возможностей каждого?</a:t>
            </a:r>
          </a:p>
          <a:p xmlns:a="http://schemas.openxmlformats.org/drawingml/2006/main">
            <a:r>
              <a:t>Ориентир: Можно поздороваться, уточнить имя и желание, показать комнату, предложить место рядом и простую открытку. Сначала учитывают время и согласие, не обещают большой праздник.</a:t>
            </a:r>
          </a:p>
          <a:p xmlns:a="http://schemas.openxmlformats.org/drawingml/2006/main">
            <a:r>
              <a:t>Ритм: 1 минута — сведения; 3 минуты — план; 2 минуты — распределение действий.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Кому помогаем: Роман впервые придёт в воскресную группу. Пока неизвестно, хочет ли он играть, говорить или спокойно освоиться. Команда должна сначала спросить его.</a:t>
            </a:r>
          </a:p>
          <a:p xmlns:a="http://schemas.openxmlformats.org/drawingml/2006/main">
            <a:r>
              <a:t>2. Что есть у Миши: У Миши есть один лист бумаги, два своих карандаша и пять минут для встречи. Денег на подарок нет. Он может показать комнату и предложить место рядом.</a:t>
            </a:r>
          </a:p>
          <a:p xmlns:a="http://schemas.openxmlformats.org/drawingml/2006/main">
            <a:r>
              <a:t>3. Что умеет Катя: Катя может за четыре минуты нарисовать простую открытку. Лев умеет коротко объяснить игру. Они готовы помочь, но пока не знают желания Романа.</a:t>
            </a:r>
          </a:p>
          <a:p xmlns:a="http://schemas.openxmlformats.org/drawingml/2006/main">
            <a:r>
              <a:t>4. Кого спросить: Ника может встретить Романа и спросить, что ему удобно. Учитель рядом; общие материалы берут с его разрешения. До начала занятия есть пятнадцать минут.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Возможности команды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Роман сказал: «У меня только десять минут. Я пока плохо понимаю длинные объяснения. Покажите, где повесить куртку. Можно я просто посижу рядом и порисую?» Как изменится помощь?</a:t>
            </a:r>
          </a:p>
          <a:p xmlns:a="http://schemas.openxmlformats.org/drawingml/2006/main">
            <a:r>
              <a:t>Как провести: Сохраните первый план. Допишите второй: коротко встретить, показать вешалку, предложить место и карандаш. Уберите длинную игру и обязательное выступление. Назначьте ответственных.</a:t>
            </a:r>
          </a:p>
          <a:p xmlns:a="http://schemas.openxmlformats.org/drawingml/2006/main">
            <a:r>
              <a:t>Вопрос: Какие идеи стоит отложить, чтобы услышать самого Романа?</a:t>
            </a:r>
          </a:p>
          <a:p xmlns:a="http://schemas.openxmlformats.org/drawingml/2006/main">
            <a:r>
              <a:t>Ориентир: Долгую игру и рассказ перед всей группой. Сейчас нужны понятный жест, место рядом и возможность рисовать. Первый план проверяется реальной просьбой человека.</a:t>
            </a:r>
          </a:p>
          <a:p xmlns:a="http://schemas.openxmlformats.org/drawingml/2006/main">
            <a:r>
              <a:t>Ритм: 2 минуты — второй план; 2 минуты — сравнение и короткие 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Открытка без долгих слов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Реплика: За две минуты сделайте маленькую открытку с рисунком или разыграйте встречу: приветствие, вопрос, понятное предложение. Затем покажите, как вы проверите, удобно ли человеку.</a:t>
            </a:r>
          </a:p>
          <a:p xmlns:a="http://schemas.openxmlformats.org/drawingml/2006/main">
            <a:r>
              <a:t>Как провести: Каждая команда выбирает одно действие из второго плана. Использует оборот командного листа или отдельную бумагу. Пары разыгрывают встречу и меняются ролями. Один участник проверяет, осталось ли место для ответа новичка.</a:t>
            </a:r>
          </a:p>
          <a:p xmlns:a="http://schemas.openxmlformats.org/drawingml/2006/main">
            <a:r>
              <a:t>Вопрос: Что уже получилось сделать теми средствами, которые были у нас?</a:t>
            </a:r>
          </a:p>
          <a:p xmlns:a="http://schemas.openxmlformats.org/drawingml/2006/main">
            <a:r>
              <a:t>Ориентир: Конкретная открытка, короткое приветствие или понятная помощь с вещами. Это учебная проба; следующий шаг — предложить помощь реальному человеку с его согласия.</a:t>
            </a:r>
          </a:p>
          <a:p xmlns:a="http://schemas.openxmlformats.org/drawingml/2006/main">
            <a:r>
              <a:t>Ритм: 2 минуты — изготовление или репетиция; 2 минуты — показ и обратная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Помощь взрослого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Реплика: Подумай об одном человеке и одном деле, которое тебе по силам. Запиши, что у тебя есть, о чём сначала спросишь и когда начнёшь. Лист остаётся у тебя.</a:t>
            </a:r>
          </a:p>
          <a:p xmlns:a="http://schemas.openxmlformats.org/drawingml/2006/main">
            <a:r>
              <a:t>Как провести: Заполните шесть коротких полей на странице 6. Можно выбрать вымышленную ситуацию. После тихой паузы прочитайте авторскую молитву. Участник может молча слушать.</a:t>
            </a:r>
          </a:p>
          <a:p xmlns:a="http://schemas.openxmlformats.org/drawingml/2006/main">
            <a:r>
              <a:t>Вопрос: Как превратить «когда-нибудь помогу» в небольшой выполнимый шаг?</a:t>
            </a:r>
          </a:p>
          <a:p xmlns:a="http://schemas.openxmlformats.org/drawingml/2006/main">
            <a:r>
              <a:t>Ориентир: Назвать человека, конкретное действие, свой ресурс и время. Если нужна поддержка, заранее обратиться к взрослому или другу.</a:t>
            </a:r>
          </a:p>
          <a:p xmlns:a="http://schemas.openxmlformats.org/drawingml/2006/main">
            <a:r>
              <a:t>Ритм: 2 минуты — записи; 1 минута — тишина 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благодарю Тебя за то, что у меня есть. Помоги мне замечать человека рядом и не прятаться за словами «у меня слишком мало». Научи делиться разумно, просить помощи и делать посильное добро с любовью. Аминь.</a:t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Мой небольшой шаг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«В этом рассказе Христос…» и «Мой небольшой шаг…». Мы можем замечать нужду, благодарить за полученное и делать добро по силам.</a:t>
            </a:r>
          </a:p>
          <a:p xmlns:a="http://schemas.openxmlformats.org/drawingml/2006/main">
            <a:r>
              <a:t>Как провести: Выслушайте два коротких ответа. Каждый отмечает время своего шага. На следующей встрече желающие рассказывают, что получилось и какая помощь ещё нужна.</a:t>
            </a:r>
          </a:p>
          <a:p xmlns:a="http://schemas.openxmlformats.org/drawingml/2006/main">
            <a:r>
              <a:t>Вопрос: Что я запомню о Христе и своём участии в помощи?</a:t>
            </a:r>
          </a:p>
          <a:p xmlns:a="http://schemas.openxmlformats.org/drawingml/2006/main">
            <a:r>
              <a:t>Ориентир: Христос насыщает людей и заботится о них. Малый ресурс можно предложить для доброго дела, а нехватку признать и попросить поддержки.</a:t>
            </a:r>
          </a:p>
          <a:p xmlns:a="http://schemas.openxmlformats.org/drawingml/2006/main">
            <a:r>
              <a:t>Ритм: 1 минута — ответы; 1 минута —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https://bible.by/syn/43/6/. Синодальный перевод — общественное достояние. Полное Ин. 6:1–15. Дополнительная опора учителю: Ин. 6:5–15: Христос насыщает народ; ученики раздают и собирают оставшееся. Современные случаи и молитва авторские. Иллюстрация: Дело рядом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5a464db7f42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6970b97e349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6941c653d4f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c32098b5d40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6341248a044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2c4b52309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C03BD0-B8C5-41B1-8992-E24BFC0D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43FF3A-2948-4B62-A311-43C862B51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51D821E-FDAB-43E5-9D34-0A7346A87B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DDA8279-536D-4EB1-916F-978E479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1E10F1-85B1-45DA-9405-AC373EDA9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968216-6F9E-4E17-AE87-B909A14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15D97A-2FD1-4A54-A3AB-77375C234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ACE9622-CE8D-4DD4-B75A-4AC9852D4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8132C7F-6B84-469B-8CC8-AC3F33CC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B8E3E5-D71E-4441-9AEA-E70A22CD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098A4-7010-44F9-AF51-42681FC9AC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D214A1-0A70-4228-8AC6-57832C8790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258B951-D8B7-4DCE-AED4-C8FD5E0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914E7B-1E3E-437E-972F-34878A6AA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E6CD39-5376-40A7-8A47-365D0E77D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6d232dd004ab9" /><Relationship Type="http://schemas.openxmlformats.org/officeDocument/2006/relationships/slideLayout" Target="/ppt/slideLayouts/slideLayout1.xml" Id="R776d3ee4c4d24523" /><Relationship Type="http://schemas.openxmlformats.org/officeDocument/2006/relationships/slideLayout" Target="/ppt/slideLayouts/slideLayout2.xml" Id="Rc4919c49050e4be4" /><Relationship Type="http://schemas.openxmlformats.org/officeDocument/2006/relationships/slideLayout" Target="/ppt/slideLayouts/slideLayout3.xml" Id="Rc232970ea45a4dfb" /><Relationship Type="http://schemas.openxmlformats.org/officeDocument/2006/relationships/slideLayout" Target="/ppt/slideLayouts/slideLayout4.xml" Id="Rce96edd007954938" /><Relationship Type="http://schemas.openxmlformats.org/officeDocument/2006/relationships/slideLayout" Target="/ppt/slideLayouts/slideLayout5.xml" Id="R65494ece3978467f" /><Relationship Type="http://schemas.openxmlformats.org/officeDocument/2006/relationships/slideLayout" Target="/ppt/slideLayouts/slideLayout6.xml" Id="Rf1cb992f19d4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6d3ee4c4d24523"/>
    <p:sldLayoutId xmlns:r="http://schemas.openxmlformats.org/officeDocument/2006/relationships" id="2147483650" r:id="Rc4919c49050e4be4"/>
    <p:sldLayoutId xmlns:r="http://schemas.openxmlformats.org/officeDocument/2006/relationships" id="2147483651" r:id="Rc232970ea45a4dfb"/>
    <p:sldLayoutId xmlns:r="http://schemas.openxmlformats.org/officeDocument/2006/relationships" id="2147483652" r:id="Rce96edd007954938"/>
    <p:sldLayoutId xmlns:r="http://schemas.openxmlformats.org/officeDocument/2006/relationships" id="2147483653" r:id="R65494ece3978467f"/>
    <p:sldLayoutId xmlns:r="http://schemas.openxmlformats.org/officeDocument/2006/relationships" id="2147483654" r:id="Rf1cb992f19d4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0f9e4b1104e89" /><Relationship Type="http://schemas.openxmlformats.org/officeDocument/2006/relationships/image" Target="/ppt/media/image.jpeg" Id="R06c77aefd2254926" /><Relationship Type="http://schemas.openxmlformats.org/officeDocument/2006/relationships/notesSlide" Target="/ppt/notesSlides/notesSlide1.xml" Id="Rbe27c19e636745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f499daed44f60" /><Relationship Type="http://schemas.openxmlformats.org/officeDocument/2006/relationships/image" Target="/ppt/media/image2.jpeg" Id="Rd1a1ef6215904b24" /><Relationship Type="http://schemas.openxmlformats.org/officeDocument/2006/relationships/notesSlide" Target="/ppt/notesSlides/notesSlide2.xml" Id="Rb1183b58c1e4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408c9016840db" /><Relationship Type="http://schemas.openxmlformats.org/officeDocument/2006/relationships/image" Target="/ppt/media/image3.jpeg" Id="Rbdd24a2602474ea6" /><Relationship Type="http://schemas.openxmlformats.org/officeDocument/2006/relationships/notesSlide" Target="/ppt/notesSlides/notesSlide3.xml" Id="Rca40ce9ee94d4d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1519d30a44170" /><Relationship Type="http://schemas.openxmlformats.org/officeDocument/2006/relationships/image" Target="/ppt/media/image4.jpeg" Id="Rd0c644228b7243ab" /><Relationship Type="http://schemas.openxmlformats.org/officeDocument/2006/relationships/notesSlide" Target="/ppt/notesSlides/notesSlide4.xml" Id="Ra9ecf9649d4643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d1d573d3b43ac" /><Relationship Type="http://schemas.openxmlformats.org/officeDocument/2006/relationships/image" Target="/ppt/media/image5.jpeg" Id="R886b49d621944795" /><Relationship Type="http://schemas.openxmlformats.org/officeDocument/2006/relationships/notesSlide" Target="/ppt/notesSlides/notesSlide5.xml" Id="Rb8364ba5f18b45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ee1dddc1b493d" /><Relationship Type="http://schemas.openxmlformats.org/officeDocument/2006/relationships/image" Target="/ppt/media/image6.jpeg" Id="Rf690f1f1714e44a0" /><Relationship Type="http://schemas.openxmlformats.org/officeDocument/2006/relationships/notesSlide" Target="/ppt/notesSlides/notesSlide6.xml" Id="Rb488a181a52740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ed4722c0d4738" /><Relationship Type="http://schemas.openxmlformats.org/officeDocument/2006/relationships/image" Target="/ppt/media/image7.jpeg" Id="R43c0a26d549845ce" /><Relationship Type="http://schemas.openxmlformats.org/officeDocument/2006/relationships/notesSlide" Target="/ppt/notesSlides/notesSlide7.xml" Id="Ra4b5747f690a44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35edb253d4890" /><Relationship Type="http://schemas.openxmlformats.org/officeDocument/2006/relationships/image" Target="/ppt/media/image8.jpeg" Id="R6c5c327aeac3495f" /><Relationship Type="http://schemas.openxmlformats.org/officeDocument/2006/relationships/notesSlide" Target="/ppt/notesSlides/notesSlide8.xml" Id="Rc4a87118bf084b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3120584044318" /><Relationship Type="http://schemas.openxmlformats.org/officeDocument/2006/relationships/image" Target="/ppt/media/image9.jpeg" Id="R97ab65d8fe9847d2" /><Relationship Type="http://schemas.openxmlformats.org/officeDocument/2006/relationships/notesSlide" Target="/ppt/notesSlides/notesSlide9.xml" Id="Rf02a8362f65544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ec79a3ded4f6e" /><Relationship Type="http://schemas.openxmlformats.org/officeDocument/2006/relationships/image" Target="/ppt/media/image10.jpeg" Id="R5fe73b22c0174ed1" /><Relationship Type="http://schemas.openxmlformats.org/officeDocument/2006/relationships/notesSlide" Target="/ppt/notesSlides/notesSlide10.xml" Id="Ra122cb57d70d4b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7682a14284c10" /><Relationship Type="http://schemas.openxmlformats.org/officeDocument/2006/relationships/image" Target="/ppt/media/image11.jpeg" Id="R16ad1a6a64344f09" /><Relationship Type="http://schemas.openxmlformats.org/officeDocument/2006/relationships/notesSlide" Target="/ppt/notesSlides/notesSlide11.xml" Id="Rc435ca1fc9a641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82413ed084749" /><Relationship Type="http://schemas.openxmlformats.org/officeDocument/2006/relationships/image" Target="/ppt/media/image12.jpeg" Id="R21552108926f4ba1" /><Relationship Type="http://schemas.openxmlformats.org/officeDocument/2006/relationships/notesSlide" Target="/ppt/notesSlides/notesSlide12.xml" Id="R52fc7b82a319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77aefd225492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C970A-0B37-4FCB-A492-D7147AD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5048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меня</a:t>
            </a:r>
          </a:p>
          <a:p xmlns:a="http://schemas.openxmlformats.org/drawingml/2006/main">
            <a:pPr>
              <a:def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слишком мало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1188-B3A9-4A04-ACB6-FB92DDF0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Пять хлебов</a:t>
            </a:r>
          </a:p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 две рыбы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BB431-16D9-4212-BE4B-4A9AA9D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40B6A-658B-4353-8115-CE1F9CB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Ин. 6:1–15</a:t>
            </a:r>
          </a:p>
        </p:txBody>
      </p:sp>
    </p:spTree>
    <p:extLst>
      <p:ext uri="{BB962C8B-B14F-4D97-AF65-F5344CB8AC3E}">
        <p14:creationId xmlns:p14="http://schemas.microsoft.com/office/powerpoint/2010/main" val="614786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E6173-D6E1-4BDD-8014-76730B0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Пять хлебов и две рыбы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1ef6215904b24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C8E09-929E-4CF8-AEDA-9258542F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Ин. 6:1–15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Вопрос Филиппу.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Пять хлебов и две рыбы.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Благодарение и раздача.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Двенадцать коробов.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весь отрывок.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0BAAF-6136-4896-889C-8282415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чтения сразу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ACEAA-0779-4C76-89C6-E8DA25F0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8481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F958-9922-4DB9-A272-919B5861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совершилось чудо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24a2602474ea6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1F8C-C21C-4D18-908D-DB04E259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делает Христос?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чём участвуют ученики?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Сценка завершается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уходом Иисуса на гору.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A32BE-0927-47EA-8457-B1D6B61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Обсуждение после полного финала.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C942-FA13-404D-9315-37F6C126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7129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F0908-2865-4C13-8B62-51C65B4C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Малое в руках Христа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644228b7243a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E0F79-A2A4-44F2-A70A-F4F8251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«Но что это для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такого множества?»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Ин. 6:9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Христос совершает чудо.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Люди участвуют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Его заботе о народе.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A756-413E-4D11-98B2-C6E135DB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Малое добро начинается с доступного шага.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56A0B-9716-4307-A1FB-C4F5DE5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3539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DD8F6-C404-463C-B4F5-9464F99E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Порядок истории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b49d62194479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F4DCA-CBA5-41EA-B550-EB9B101A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было сначала?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осталось потом?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Пять хлебов.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Две рыбы.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Двенадцать коробов.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завершился рассказ?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61E5D-4455-4F19-B444-8D8ADBD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На рисунке один из двенадцати коробов.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8CD6F-1997-45FB-8CFF-AFC619F2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7972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BBB93-B0A5-492D-9088-08DD2098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 по силам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0f1f1714e44a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AE453-17CE-4047-9D08-8144CC2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начать.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уточнить.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изменить.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Чья это вещь?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Нужна ли помощь?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Выполнимо ли обещание?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3F2E8-4315-4D3A-9D71-B1AA3F75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Шесть случаев. Решение зависит от условий.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1824C-57D0-49C0-983C-8B8E7A6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0557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827F9-9CA7-4065-8B59-F9FC1FA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могу предложить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0a26d549845ce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B3C5B-A6A1-4FAB-8E84-F6C533F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могу пять минут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показать тебе комнату.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Хочешь?»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Предложи одно дело.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Выслушай ответ.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FFE7-9DD5-40C3-9838-286D7925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Конкретное предложение оставляет человеку выбор.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3612D-ECD5-423F-AC12-332E8AB6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2708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48840-D8F4-429E-91F0-4AB608B1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Встреча новичка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c327aeac3495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295AE-5ECC-4A9B-BD93-F750D586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команды есть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время и умения,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бумага и карандаши.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встретить Романа?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своё сведение.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3DA00-9B84-4F37-B15C-9296A3DF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план. Услышьте все четыре сведения.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C6A4B-E6D8-40AF-9C23-25338B99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3850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CA7F0-155D-4088-B173-3C6588E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Ему нужно другое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b65d8fe9847d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12021-E2B5-456B-B1BF-726B599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«У меня десять минут.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Покажите вешалку.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я посижу рядом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порисую?»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изменится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вашем плане?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812B8-A40B-42EF-93BD-B92F000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Допишите второй план, сохранив первый.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AC38F-B300-4FCE-A72F-A425262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9277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19B82-55A6-402D-9657-465D0406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Пробуем сделать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73b22c0174ed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F6EA4-CABE-419D-8657-B1CC3E9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Небольшая открытка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или встреча новичка.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Две минуты на пробу.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проверить,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удобно ли человеку?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CBEEE-380B-4E52-82DE-4588C16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Делаем открытку или репетируем разговор.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0CB1D-CF68-4415-B8EF-24ECB6D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8616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8A43B-2C9B-4F0A-88A7-425ED350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Моё небольшое добро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d1a6a64344f0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444A1-F6D5-4654-8672-5B5D250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помогу?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у меня есть?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Какое дело предложу?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 чём сначала спрошу?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Кто поможет мне?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начну?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8950C-AB95-40C0-8FCF-5C88BDC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Господи, помоги мне делать посильное добро.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035C7-5AC3-4FAB-8F3A-9055DEC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5041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504E-E134-4E0E-919D-3ABA030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Начать с того что есть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2108926f4ba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80CB-6B82-44F2-AEF1-AB78F416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 этом рассказе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Христос…»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«Мой небольшой шаг…»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я могу сделать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уже сегодня?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F100C-56C6-4A8C-81CD-02721E7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На следующей встрече можно рассказать о своём шаге.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929B4-45BF-408A-952A-2AF53092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536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2026-10-03T21:37:50.4480000Z</dcterms:created>
  <dcterms:modified xsi:type="dcterms:W3CDTF">2026-10-03T21:37:50.4480000Z</dcterms:modified>
</coreProperties>
</file>