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a7be67ca9c431e" /><Relationship Type="http://schemas.openxmlformats.org/officeDocument/2006/relationships/extended-properties" Target="/docProps/app.xml" Id="R459d21bff63f4b24" /><Relationship Type="http://schemas.openxmlformats.org/officeDocument/2006/relationships/officeDocument" Target="/ppt/presentation.xml" Id="R4219db23ddb948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8aa4242c914734"/>
  </p:sldMasterIdLst>
  <p:notesMasterIdLst>
    <p:notesMasterId xmlns:r="http://schemas.openxmlformats.org/officeDocument/2006/relationships" r:id="R487e4008592a4091"/>
  </p:notesMasterIdLst>
  <p:sldIdLst>
    <p:sldId xmlns:r="http://schemas.openxmlformats.org/officeDocument/2006/relationships" id="256" r:id="Rdf2f29046b1b4cbb"/>
    <p:sldId xmlns:r="http://schemas.openxmlformats.org/officeDocument/2006/relationships" id="257" r:id="R63ace660928b41fd"/>
    <p:sldId xmlns:r="http://schemas.openxmlformats.org/officeDocument/2006/relationships" id="258" r:id="R7c7d02e6063a4fff"/>
    <p:sldId xmlns:r="http://schemas.openxmlformats.org/officeDocument/2006/relationships" id="259" r:id="R0323a8ca5ec64da5"/>
    <p:sldId xmlns:r="http://schemas.openxmlformats.org/officeDocument/2006/relationships" id="260" r:id="Rd3acd56e7cb84d6a"/>
    <p:sldId xmlns:r="http://schemas.openxmlformats.org/officeDocument/2006/relationships" id="261" r:id="Reb48f0a386384b04"/>
    <p:sldId xmlns:r="http://schemas.openxmlformats.org/officeDocument/2006/relationships" id="262" r:id="R202111b212204498"/>
    <p:sldId xmlns:r="http://schemas.openxmlformats.org/officeDocument/2006/relationships" id="263" r:id="Rf5623083e7724e09"/>
    <p:sldId xmlns:r="http://schemas.openxmlformats.org/officeDocument/2006/relationships" id="264" r:id="R9170cef39d5b4373"/>
    <p:sldId xmlns:r="http://schemas.openxmlformats.org/officeDocument/2006/relationships" id="265" r:id="Rdbb8b34de0e24d47"/>
    <p:sldId xmlns:r="http://schemas.openxmlformats.org/officeDocument/2006/relationships" id="266" r:id="Rcf9cd11bb59d4e25"/>
    <p:sldId xmlns:r="http://schemas.openxmlformats.org/officeDocument/2006/relationships" id="267" r:id="R23ae358073f04a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2734f891a345b3" /><Relationship Type="http://schemas.openxmlformats.org/officeDocument/2006/relationships/slideMaster" Target="/ppt/slideMasters/slideMaster1.xml" Id="R8d8aa4242c914734" /><Relationship Type="http://schemas.openxmlformats.org/officeDocument/2006/relationships/notesMaster" Target="/ppt/notesMasters/notesMaster1.xml" Id="R487e4008592a4091" /><Relationship Type="http://schemas.openxmlformats.org/officeDocument/2006/relationships/presProps" Target="/ppt/presProps.xml" Id="Ra95bcece39f74885" /><Relationship Type="http://schemas.openxmlformats.org/officeDocument/2006/relationships/tableStyles" Target="/ppt/tableStyles.xml" Id="R25104e01cab54510" /><Relationship Type="http://schemas.openxmlformats.org/officeDocument/2006/relationships/slide" Target="/ppt/slides/slide1.xml" Id="Rdf2f29046b1b4cbb" /><Relationship Type="http://schemas.openxmlformats.org/officeDocument/2006/relationships/slide" Target="/ppt/slides/slide2.xml" Id="R63ace660928b41fd" /><Relationship Type="http://schemas.openxmlformats.org/officeDocument/2006/relationships/slide" Target="/ppt/slides/slide3.xml" Id="R7c7d02e6063a4fff" /><Relationship Type="http://schemas.openxmlformats.org/officeDocument/2006/relationships/slide" Target="/ppt/slides/slide4.xml" Id="R0323a8ca5ec64da5" /><Relationship Type="http://schemas.openxmlformats.org/officeDocument/2006/relationships/slide" Target="/ppt/slides/slide5.xml" Id="Rd3acd56e7cb84d6a" /><Relationship Type="http://schemas.openxmlformats.org/officeDocument/2006/relationships/slide" Target="/ppt/slides/slide6.xml" Id="Reb48f0a386384b04" /><Relationship Type="http://schemas.openxmlformats.org/officeDocument/2006/relationships/slide" Target="/ppt/slides/slide7.xml" Id="R202111b212204498" /><Relationship Type="http://schemas.openxmlformats.org/officeDocument/2006/relationships/slide" Target="/ppt/slides/slide8.xml" Id="Rf5623083e7724e09" /><Relationship Type="http://schemas.openxmlformats.org/officeDocument/2006/relationships/slide" Target="/ppt/slides/slide9.xml" Id="R9170cef39d5b4373" /><Relationship Type="http://schemas.openxmlformats.org/officeDocument/2006/relationships/slide" Target="/ppt/slides/slide10.xml" Id="Rdbb8b34de0e24d47" /><Relationship Type="http://schemas.openxmlformats.org/officeDocument/2006/relationships/slide" Target="/ppt/slides/slide11.xml" Id="Rcf9cd11bb59d4e25" /><Relationship Type="http://schemas.openxmlformats.org/officeDocument/2006/relationships/slide" Target="/ppt/slides/slide12.xml" Id="R23ae358073f04a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61cb31eafc49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2a1f68373a42da" /><Relationship Type="http://schemas.openxmlformats.org/officeDocument/2006/relationships/notesMaster" Target="/ppt/notesMasters/notesMaster1.xml" Id="R1a69994ad8fb40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f61e8759994329" /><Relationship Type="http://schemas.openxmlformats.org/officeDocument/2006/relationships/notesMaster" Target="/ppt/notesMasters/notesMaster1.xml" Id="R5d5edeb2a5d54c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2b37e58211420f" /><Relationship Type="http://schemas.openxmlformats.org/officeDocument/2006/relationships/notesMaster" Target="/ppt/notesMasters/notesMaster1.xml" Id="R47a623a88d1c4f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aaa9d89090459a" /><Relationship Type="http://schemas.openxmlformats.org/officeDocument/2006/relationships/notesMaster" Target="/ppt/notesMasters/notesMaster1.xml" Id="Rae8b953ab28f46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27564ed60f4406" /><Relationship Type="http://schemas.openxmlformats.org/officeDocument/2006/relationships/notesMaster" Target="/ppt/notesMasters/notesMaster1.xml" Id="R94d656dc8e394d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25a85a870d40af" /><Relationship Type="http://schemas.openxmlformats.org/officeDocument/2006/relationships/notesMaster" Target="/ppt/notesMasters/notesMaster1.xml" Id="R8072619375f14f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c11197eaaf450b" /><Relationship Type="http://schemas.openxmlformats.org/officeDocument/2006/relationships/notesMaster" Target="/ppt/notesMasters/notesMaster1.xml" Id="R522f4ee371d14e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24d8e13cea4181" /><Relationship Type="http://schemas.openxmlformats.org/officeDocument/2006/relationships/notesMaster" Target="/ppt/notesMasters/notesMaster1.xml" Id="Raca8bca5227944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500e3b50ae4084" /><Relationship Type="http://schemas.openxmlformats.org/officeDocument/2006/relationships/notesMaster" Target="/ppt/notesMasters/notesMaster1.xml" Id="R642328d4204c4f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47fec520ef444e" /><Relationship Type="http://schemas.openxmlformats.org/officeDocument/2006/relationships/notesMaster" Target="/ppt/notesMasters/notesMaster1.xml" Id="R90f3127c963b46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60165339a14f05" /><Relationship Type="http://schemas.openxmlformats.org/officeDocument/2006/relationships/notesMaster" Target="/ppt/notesMasters/notesMaster1.xml" Id="R7e1f273323bc45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8ad9d1de5d48da" /><Relationship Type="http://schemas.openxmlformats.org/officeDocument/2006/relationships/notesMaster" Target="/ppt/notesMasters/notesMaster1.xml" Id="R922c3168b9124d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2 мин.</a:t>
            </a:r>
          </a:p>
          <a:p xmlns:a="http://schemas.openxmlformats.org/drawingml/2006/main">
            <a:r>
              <a:t>Реплика: Иногда я сделал плохо и думаю: «Теперь всё потеряно». Сегодня посмотрим на Петра: его поступок был тяжёлым, но Христос не оставил его без пути дальше. Попробуем выбрать честный следующий шаг.</a:t>
            </a:r>
          </a:p>
          <a:p xmlns:a="http://schemas.openxmlformats.org/drawingml/2006/main">
            <a:r>
              <a:t>Как провести: Назовите два вымышленных случая: ученик неверно решил пример и ученик сознательно свалил свою вину на другого. Попросите один короткий ответ: что нужно исправить в каждом случае? Затем переходите к чтению.</a:t>
            </a:r>
          </a:p>
          <a:p xmlns:a="http://schemas.openxmlformats.org/drawingml/2006/main">
            <a:r>
              <a:t>Вопрос: В чём различаются ошибка в умении и ложь, причинившая вред?</a:t>
            </a:r>
          </a:p>
          <a:p xmlns:a="http://schemas.openxmlformats.org/drawingml/2006/main">
            <a:r>
              <a:t>Ориентир: В первом случае нужно понять и потренироваться. Во втором — признать ложь, попросить прощения и вернуть правду. Не всякая неудача является грехом.</a:t>
            </a:r>
          </a:p>
          <a:p xmlns:a="http://schemas.openxmlformats.org/drawingml/2006/main">
            <a:r>
              <a:t>Ритм: 1 минута — два случая; 1 минута — короткий ответ и переход.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https://bible.by/syn/42/22/; https://bible.by/syn/43/21/. Синодальный перевод — общественное достояние. Три отречения и три вопроса сохранены. Между рассказами Крест и Воскресение. Семь учеников на рисунке 04, до улова. 153 большие рыбы — число в чтении; рисунки не изображают весь улов. Иконы и лицо Христа не изображены, крест православный восьмиконечный. Современные случаи и молитва авторские. Иллюстрации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3 мин.</a:t>
            </a:r>
          </a:p>
          <a:p xmlns:a="http://schemas.openxmlformats.org/drawingml/2006/main">
            <a:r>
              <a:t>Реплика: Прочитаем Лк. 22:31–34, затем 54–62. Сначала Пётр обещает верность, потом трижды отрекается. Сразу после чтения разыграем рассказ.</a:t>
            </a:r>
          </a:p>
          <a:p xmlns:a="http://schemas.openxmlformats.org/drawingml/2006/main">
            <a:r>
              <a:t>Как провести: Прочитайте все 13 стихов двух выбранных фрагментов. Пятеро получают роли заранее: рассказчик, Пётр, служанка, первый мужчина, второй мужчина. Слушатели следят за тремя обращениями и тремя ответами; обсуждение будет после обеих сценок.</a:t>
            </a:r>
          </a:p>
          <a:p xmlns:a="http://schemas.openxmlformats.org/drawingml/2006/main">
            <a:r>
              <a:t>Вопрос: Задание слушателям: заметить, что Пётр обещал и что сделал.</a:t>
            </a:r>
          </a:p>
          <a:p xmlns:a="http://schemas.openxmlformats.org/drawingml/2006/main">
            <a:r>
              <a:t>Ориентир: Христос молился о Петре и говорил об укреплении братьев после обращения. Пётр обещал пойти в темницу и на смерть, но трижды отрёкся.</a:t>
            </a:r>
          </a:p>
          <a:p xmlns:a="http://schemas.openxmlformats.org/drawingml/2006/main">
            <a:r>
              <a:t>Ритм: До 2 минут — чтение; 1 минута — открыть сценку.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Лк. 22:31–34, 54–62. Синодальный перевод.</a:t>
            </a:r>
          </a:p>
          <a:p xmlns:a="http://schemas.openxmlformats.org/drawingml/2006/main">
            <a:r>
              <a:t>31. И сказал Господь: Симон! Симон! се, сатана просил, чтобы сеять вас как пшеницу,</a:t>
            </a:r>
          </a:p>
          <a:p xmlns:a="http://schemas.openxmlformats.org/drawingml/2006/main">
            <a:r>
              <a:t>32. но Я молился о тебе, чтобы не оскудела вера твоя; и ты некогда, обратившись, утверди братьев твоих.</a:t>
            </a:r>
          </a:p>
          <a:p xmlns:a="http://schemas.openxmlformats.org/drawingml/2006/main">
            <a:r>
              <a:t>33. Он отвечал Ему: Господи! с Тобою я готов и в темницу и на смерть идти.</a:t>
            </a:r>
          </a:p>
          <a:p xmlns:a="http://schemas.openxmlformats.org/drawingml/2006/main">
            <a:r>
              <a:t>34. Но Он сказал: говорю тебе, Пётр, не пропоёт петух сегодня, как ты трижды отречёшься, что не знаешь Меня.</a:t>
            </a:r>
          </a:p>
          <a:p xmlns:a="http://schemas.openxmlformats.org/drawingml/2006/main">
            <a:r>
              <a:t>54. Взяв Его, повели и привели в дом первосвященника. Пётр же следовал издали.</a:t>
            </a:r>
          </a:p>
          <a:p xmlns:a="http://schemas.openxmlformats.org/drawingml/2006/main">
            <a:r>
              <a:t>55. Когда они развели огонь среди двора и сели вместе, сел и Пётр между ними.</a:t>
            </a:r>
          </a:p>
          <a:p xmlns:a="http://schemas.openxmlformats.org/drawingml/2006/main">
            <a:r>
              <a:t>56. Одна служанка, увидев его сидящего у огня и всмотревшись в него, сказала: и этот был с Ним.</a:t>
            </a:r>
          </a:p>
          <a:p xmlns:a="http://schemas.openxmlformats.org/drawingml/2006/main">
            <a:r>
              <a:t>57. Но он отрёкся от Него, сказав женщине: я не знаю Его.</a:t>
            </a:r>
          </a:p>
          <a:p xmlns:a="http://schemas.openxmlformats.org/drawingml/2006/main">
            <a:r>
              <a:t>58. Вскоре потом другой, увидев его, сказал: и ты из них. Но Пётр сказал этому человеку: нет!</a:t>
            </a:r>
          </a:p>
          <a:p xmlns:a="http://schemas.openxmlformats.org/drawingml/2006/main">
            <a:r>
              <a:t>59. Прошло с час времени, ещё некто настоятельно говорил: точно и этот был с Ним, ибо он Галилеянин.</a:t>
            </a:r>
          </a:p>
          <a:p xmlns:a="http://schemas.openxmlformats.org/drawingml/2006/main">
            <a:r>
              <a:t>60. Но Пётр сказал тому человеку: не знаю, что ты говоришь. И тотчас, когда ещё говорил он, запел петух.</a:t>
            </a:r>
          </a:p>
          <a:p xmlns:a="http://schemas.openxmlformats.org/drawingml/2006/main">
            <a:r>
              <a:t>61. Тогда Господь, обратившись, взглянул на Петра, и Пётр вспомнил слово Господа, как Он сказал ему: «прежде нежели пропоёт петух, отречёшься от Меня трижды».</a:t>
            </a:r>
          </a:p>
          <a:p xmlns:a="http://schemas.openxmlformats.org/drawingml/2006/main">
            <a:r>
              <a:t>62. И, выйдя вон, горько заплакал.</a:t>
            </a:r>
          </a:p>
          <a:p xmlns:a="http://schemas.openxmlformats.org/drawingml/2006/main">
            <a:r>
              <a:t>Источники: https://bible.by/syn/42/22/; https://bible.by/syn/43/21/. Синодальный перевод — общественное достояние. Три отречения и три вопроса сохранены. Между рассказами Крест и Воскресение. Семь учеников на рисунке 04, до улова. 153 большие рыбы — число в чтении; рисунки не изображают весь улов. Иконы и лицо Христа не изображены, крест православный восьмиконечный. Современные случаи и молитва авторские. Иллюстрации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3 мин.</a:t>
            </a:r>
          </a:p>
          <a:p xmlns:a="http://schemas.openxmlformats.org/drawingml/2006/main">
            <a:r>
              <a:t>Реплика: Служанка и двое мужчин обращаются к Петру по очереди. Рассказчик читает слова Христа и сообщает о пении петуха. Следим за рассказом до конца.</a:t>
            </a:r>
          </a:p>
          <a:p xmlns:a="http://schemas.openxmlformats.org/drawingml/2006/main">
            <a:r>
              <a:t>Как провести: Разыграйте сценку 1 по приложению: обещание, три отречения, взгляд Господа, память о предупреждении и плач. Пётр выходит из круга остальных. После финала сразу перейдите к чтению Ин. 21.</a:t>
            </a:r>
          </a:p>
          <a:p xmlns:a="http://schemas.openxmlformats.org/drawingml/2006/main">
            <a:r>
              <a:t>Вопрос: Наблюдаем до окончания сценки.</a:t>
            </a:r>
          </a:p>
          <a:p xmlns:a="http://schemas.openxmlformats.org/drawingml/2006/main">
            <a:r>
              <a:t>Ориентир: Сохраняем ровно три отречения. В рассказе Луки петух поёт после третьего. Пётр вспоминает слова Господа и горько плачет.</a:t>
            </a:r>
          </a:p>
          <a:p xmlns:a="http://schemas.openxmlformats.org/drawingml/2006/main">
            <a:r>
              <a:t>Ритм: 30 секунд — места; 2 минуты — сценка; 30 секунд — переход.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Сценка 1, пять ролей:</a:t>
            </a:r>
          </a:p>
          <a:p xmlns:a="http://schemas.openxmlformats.org/drawingml/2006/main">
            <a:r>
              <a:t>Рассказчик и Пётр: Рассказчик: до ареста Господь сказал Петру, что молился о нём, «чтобы не оскудела вера твоя», и что после обращения он должен утвердить братьев. Лк. 22:31–32. Пётр: «Господи! с Тобою я готов и в темницу и на смерть идти». Ст. 33. Рассказчик читает ответ Христа: «говорю тебе, Пётр, не пропоёт петух сегодня, как ты трижды отречёшься, что не знаешь Меня». Ст. 34.</a:t>
            </a:r>
          </a:p>
          <a:p xmlns:a="http://schemas.openxmlformats.org/drawingml/2006/main">
            <a:r>
              <a:t>Рассказчик и служанка: Иисуса привели в дом первосвященника. Пётр следовал издали и сел с людьми у огня во дворе. Пересказ ст. 54–55. Пётр садится рядом с остальными. Служанка смотрит на него: «и этот был с Ним». Ст. 56. Пётр: «я не знаю Его». Ст. 57. Первое отречение.</a:t>
            </a:r>
          </a:p>
          <a:p xmlns:a="http://schemas.openxmlformats.org/drawingml/2006/main">
            <a:r>
              <a:t>Первый мужчина и Пётр: Первый мужчина: «и ты из них». Пётр: «нет!» Ст. 58. Второе отречение. Рассказчик: прошло около часа. Ст. 59.</a:t>
            </a:r>
          </a:p>
          <a:p xmlns:a="http://schemas.openxmlformats.org/drawingml/2006/main">
            <a:r>
              <a:t>Второй мужчина и Пётр: Второй мужчина: «точно и этот был с Ним, ибо он Галилеянин». Ст. 59. Пётр: «не знаю, что ты говоришь». Ст. 60. Третье отречение. Рассказчик: ещё когда Пётр говорил, запел петух. Ст. 60.</a:t>
            </a:r>
          </a:p>
          <a:p xmlns:a="http://schemas.openxmlformats.org/drawingml/2006/main">
            <a:r>
              <a:t>Рассказчик: Господь обернулся и взглянул на Петра. Пётр вспомнил, что Господь предупреждал о трёх отречениях до пения петуха. Пересказ ст. 61. «И, выйдя вон, горько заплакал». Ст. 62. Пётр выходит из круга остальных и опускает голову. Учитель открывает рисунок 03. Конец первой сценки.</a:t>
            </a:r>
          </a:p>
          <a:p xmlns:a="http://schemas.openxmlformats.org/drawingml/2006/main">
            <a:r>
              <a:t>Источники: https://bible.by/syn/42/22/; https://bible.by/syn/43/21/. Синодальный перевод — общественное достояние. Три отречения и три вопроса сохранены. Между рассказами Крест и Воскресение. Семь учеников на рисунке 04, до улова. 153 большие рыбы — число в чтении; рисунки не изображают весь улов. Иконы и лицо Христа не изображены, крест православный восьмиконечный. Современные случаи и молитва авторские. Иллюстрации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5 мин.</a:t>
            </a:r>
          </a:p>
          <a:p xmlns:a="http://schemas.openxmlformats.org/drawingml/2006/main">
            <a:r>
              <a:t>Реплика: Между двумя рассказами Христос был распят и воскрес. Теперь прочитаем Ин. 21:1–19 полностью, подряд. Заметьте, как Христос обращается к Петру и что ему поручает. Сразу после чтения — вторая сценка.</a:t>
            </a:r>
          </a:p>
          <a:p xmlns:a="http://schemas.openxmlformats.org/drawingml/2006/main">
            <a:r>
              <a:t>Как провести: Прочитайте все 19 стихов выбранного отрывка, включая ст. 18–19. После чтения Пётр и рассказчик открывают сценку 2; остальные слушают. Слова Христа читает рассказчик.</a:t>
            </a:r>
          </a:p>
          <a:p xmlns:a="http://schemas.openxmlformats.org/drawingml/2006/main">
            <a:r>
              <a:t>Вопрос: Задание слушателям: услышать три вопроса и три поручения.</a:t>
            </a:r>
          </a:p>
          <a:p xmlns:a="http://schemas.openxmlformats.org/drawingml/2006/main">
            <a:r>
              <a:t>Ориентир: После трапезы Христос трижды спрашивает о любви и поручает пасти Его агнцев и овец. В финале Он говорит о будущей смерти Петра, которой тот прославит Бога, и зовёт: «иди за Мною».</a:t>
            </a:r>
          </a:p>
          <a:p xmlns:a="http://schemas.openxmlformats.org/drawingml/2006/main">
            <a:r>
              <a:t>Ритм: До 4 минут — чтение; 1 минута — переход к сценке.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Ин. 21:1–19. Синодальный перевод.</a:t>
            </a:r>
          </a:p>
          <a:p xmlns:a="http://schemas.openxmlformats.org/drawingml/2006/main">
            <a:r>
              <a:t>1. После того опять явился Иисус ученикам Своим при море Тивериадском. Явился же так:</a:t>
            </a:r>
          </a:p>
          <a:p xmlns:a="http://schemas.openxmlformats.org/drawingml/2006/main">
            <a:r>
              <a:t>2. были вместе Симон Пётр, и Фома, называемый Близнец, и Нафанаил из Каны Галилейской, и сыновья Зеведеевы, и двое других из учеников Его.</a:t>
            </a:r>
          </a:p>
          <a:p xmlns:a="http://schemas.openxmlformats.org/drawingml/2006/main">
            <a:r>
              <a:t>3. Симон Пётр говорит им: иду ловить рыбу. Говорят ему: идём и мы с тобою. Пошли и тотчас вошли в лодку, и не поймали в ту ночь ничего.</a:t>
            </a:r>
          </a:p>
          <a:p xmlns:a="http://schemas.openxmlformats.org/drawingml/2006/main">
            <a:r>
              <a:t>4. А когда уже настало утро, Иисус стоял на берегу; но ученики не узнали, что это Иисус.</a:t>
            </a:r>
          </a:p>
          <a:p xmlns:a="http://schemas.openxmlformats.org/drawingml/2006/main">
            <a:r>
              <a:t>5. Иисус говорит им: дети! есть ли у вас какая пища? Они отвечали Ему: нет.</a:t>
            </a:r>
          </a:p>
          <a:p xmlns:a="http://schemas.openxmlformats.org/drawingml/2006/main">
            <a:r>
              <a:t>6. Он же сказал им: закиньте сеть по правую сторону лодки, и поймаете. Они закинули, и уже не могли вытащить сети от множества рыбы.</a:t>
            </a:r>
          </a:p>
          <a:p xmlns:a="http://schemas.openxmlformats.org/drawingml/2006/main">
            <a:r>
              <a:t>7. Тогда ученик, которого любил Иисус, говорит Петру: это Господь. Симон же Пётр, услышав, что это Господь, опоясался одеждою, — ибо он был наг, — и бросился в море.</a:t>
            </a:r>
          </a:p>
          <a:p xmlns:a="http://schemas.openxmlformats.org/drawingml/2006/main">
            <a:r>
              <a:t>8. А другие ученики приплыли в лодке, — ибо недалеко были от земли, локтей около двухсот, — таща сеть с рыбою.</a:t>
            </a:r>
          </a:p>
          <a:p xmlns:a="http://schemas.openxmlformats.org/drawingml/2006/main">
            <a:r>
              <a:t>9. Когда же вышли на землю, видят разложенный огонь и на нём лежащую рыбу и хлеб.</a:t>
            </a:r>
          </a:p>
          <a:p xmlns:a="http://schemas.openxmlformats.org/drawingml/2006/main">
            <a:r>
              <a:t>10. Иисус говорит им: принесите рыбы, которую вы теперь поймали.</a:t>
            </a:r>
          </a:p>
          <a:p xmlns:a="http://schemas.openxmlformats.org/drawingml/2006/main">
            <a:r>
              <a:t>11. Симон Пётр пошёл и вытащил на землю сеть, наполненную большими рыбами, которых было сто пятьдесят три; и при таком множестве не прорвалась сеть.</a:t>
            </a:r>
          </a:p>
          <a:p xmlns:a="http://schemas.openxmlformats.org/drawingml/2006/main">
            <a:r>
              <a:t>12. Иисус говорит им: придите, обедайте. Из учеников же никто не смел спросить Его: «кто Ты?», зная, что это Господь.</a:t>
            </a:r>
          </a:p>
          <a:p xmlns:a="http://schemas.openxmlformats.org/drawingml/2006/main">
            <a:r>
              <a:t>13. Иисус приходит, берёт хлеб и даёт им, также и рыбу.</a:t>
            </a:r>
          </a:p>
          <a:p xmlns:a="http://schemas.openxmlformats.org/drawingml/2006/main">
            <a:r>
              <a:t>14. Это уже в третий раз явился Иисус ученикам Своим по воскресении Своём из мёртвых.</a:t>
            </a:r>
          </a:p>
          <a:p xmlns:a="http://schemas.openxmlformats.org/drawingml/2006/main">
            <a:r>
              <a:t>15. Когда же они обедали, Иисус говорит Симону Петру: Симон Ионин! любишь ли ты Меня больше, нежели они? Пётр говорит Ему: так, Господи! Ты знаешь, что я люблю Тебя. Иисус говорит ему: паси агнцев Моих.</a:t>
            </a:r>
          </a:p>
          <a:p xmlns:a="http://schemas.openxmlformats.org/drawingml/2006/main">
            <a:r>
              <a:t>16. Ещё говорит ему в другой раз: Симон Ионин! любишь ли ты Меня? Пётр говорит Ему: так, Господи! Ты знаешь, что я люблю Тебя. Иисус говорит ему: паси овец Моих.</a:t>
            </a:r>
          </a:p>
          <a:p xmlns:a="http://schemas.openxmlformats.org/drawingml/2006/main">
            <a:r>
              <a:t>17. Говорит ему в третий раз: Симон Ионин! любишь ли ты Меня? Пётр опечалился, что в третий раз спросил его: «любишь ли Меня?», и сказал Ему: Господи! Ты всё знаешь; Ты знаешь, что я люблю Тебя. Иисус говорит ему: паси овец Моих.</a:t>
            </a:r>
          </a:p>
          <a:p xmlns:a="http://schemas.openxmlformats.org/drawingml/2006/main">
            <a:r>
              <a:t>18. Истинно, истинно говорю тебе: когда ты был молод, то препоясывался сам и ходил, куда хотел; а когда состаришься, то прострёшь руки твои, и другой препояшет тебя, и поведёт, куда не хочешь.</a:t>
            </a:r>
          </a:p>
          <a:p xmlns:a="http://schemas.openxmlformats.org/drawingml/2006/main">
            <a:r>
              <a:t>19. Сказал же это, давая разуметь, какою смертью Пётр прославит Бога. И, сказав сие, говорит ему: иди за Мною.</a:t>
            </a:r>
          </a:p>
          <a:p xmlns:a="http://schemas.openxmlformats.org/drawingml/2006/main">
            <a:r>
              <a:t>Источники: https://bible.by/syn/42/22/; https://bible.by/syn/43/21/. Синодальный перевод — общественное достояние. Три отречения и три вопроса сохранены. Между рассказами Крест и Воскресение. Семь учеников на рисунке 04, до улова. 153 большие рыбы — число в чтении; рисунки не изображают весь улов. Иконы и лицо Христа не изображены, крест православный восьмиконечный. Современные случаи и молитва авторские. Иллюстрации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4 мин.</a:t>
            </a:r>
          </a:p>
          <a:p xmlns:a="http://schemas.openxmlformats.org/drawingml/2006/main">
            <a:r>
              <a:t>Реплика: Рассказчик читает вопросы Христа, Пётр отвечает словами Евангелия. После каждого ответа звучит поручение. В конце слушаем призыв идти за Христом.</a:t>
            </a:r>
          </a:p>
          <a:p xmlns:a="http://schemas.openxmlformats.org/drawingml/2006/main">
            <a:r>
              <a:t>Как провести: Разыграйте сценку 2. Оставьте краткую паузу после каждого поручения. Сохраните первое «больше, нежели они», затем печаль Петра при третьем вопросе. Завершите ст. 18–19, не останавливайтесь на одном обещании лёгкой жизни.</a:t>
            </a:r>
          </a:p>
          <a:p xmlns:a="http://schemas.openxmlformats.org/drawingml/2006/main">
            <a:r>
              <a:t>Вопрос: Наблюдаем до окончания сценки.</a:t>
            </a:r>
          </a:p>
          <a:p xmlns:a="http://schemas.openxmlformats.org/drawingml/2006/main">
            <a:r>
              <a:t>Ориентир: Христос Сам обращается к Петру. Новое начало включает заботу о других и верность Ему. Поручение не означает, что отречение было безобидным.</a:t>
            </a:r>
          </a:p>
          <a:p xmlns:a="http://schemas.openxmlformats.org/drawingml/2006/main">
            <a:r>
              <a:t>Ритм: 3 минуты — три разговора; 1 минута —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Сценка 2, рассказчик и Пётр:</a:t>
            </a:r>
          </a:p>
          <a:p xmlns:a="http://schemas.openxmlformats.org/drawingml/2006/main">
            <a:r>
              <a:t>Рассказчик: Христос был распят и воскрес. Теперь рассказ происходит у Тивериадского моря. Семь учеников ловили рыбу, но за ночь ничего не поймали. Утром по слову Христа закинули сеть по правую сторону лодки и получили большой улов. Ученик, которого любил Иисус, сказал Петру: «это Господь». Пересказ Ин. 21:1–7. Учитель показывает рисунок 04 как начало рассказа, до улова.</a:t>
            </a:r>
          </a:p>
          <a:p xmlns:a="http://schemas.openxmlformats.org/drawingml/2006/main">
            <a:r>
              <a:t>Рассказчик: Пётр бросился в море. Другие приплыли в лодке, таща сеть. На берегу Христос приготовил огонь, рыбу и хлеб. В сети было 153 большие рыбы, сеть не прорвалась. Ученики обедали с Господом. Пересказ ст. 7–14. Пётр подходит к месту берега, учитель открывает рисунок 05.</a:t>
            </a:r>
          </a:p>
          <a:p xmlns:a="http://schemas.openxmlformats.org/drawingml/2006/main">
            <a:r>
              <a:t>Первый вопрос и ответ: Рассказчик читает слова Христа: «Симон Ионин! любишь ли ты Меня больше, нежели они?» Пётр: «так, Господи! Ты знаешь, что я люблю Тебя». Рассказчик: «паси агнцев Моих». Ст. 15. Краткая пауза.</a:t>
            </a:r>
          </a:p>
          <a:p xmlns:a="http://schemas.openxmlformats.org/drawingml/2006/main">
            <a:r>
              <a:t>Второй вопрос и ответ: Рассказчик: «Симон Ионин! любишь ли ты Меня?» Пётр: «так, Господи! Ты знаешь, что я люблю Тебя». Рассказчик: «паси овец Моих». Ст. 16. Краткая пауза.</a:t>
            </a:r>
          </a:p>
          <a:p xmlns:a="http://schemas.openxmlformats.org/drawingml/2006/main">
            <a:r>
              <a:t>Третий вопрос и ответ: Рассказчик: «Симон Ионин! любишь ли ты Меня?» Пётр опечален третьим вопросом и отвечает: «Господи! Ты всё знаешь; Ты знаешь, что я люблю Тебя». Рассказчик: «паси овец Моих». Ст. 17. Краткая пауза.</a:t>
            </a:r>
          </a:p>
          <a:p xmlns:a="http://schemas.openxmlformats.org/drawingml/2006/main">
            <a:r>
              <a:t>Рассказчик и Пётр: Рассказчик читает ст. 18 полностью: «Истинно, истинно говорю тебе: когда ты был молод, то препоясывался сам и ходил, куда хотел; а когда состаришься, то прострёшь руки твои, и другой препояшет тебя, и поведёт, куда не хочешь». Затем объяснение Евангелия из ст. 19: этим Христос даёт понять, какой смертью Пётр прославит Бога. Рассказчик читает призыв: «иди за Мною». Пётр делает шаг вперёд. Конец сценки.</a:t>
            </a:r>
          </a:p>
          <a:p xmlns:a="http://schemas.openxmlformats.org/drawingml/2006/main">
            <a:r>
              <a:t>Источники: https://bible.by/syn/42/22/; https://bible.by/syn/43/21/. Синодальный перевод — общественное достояние. Три отречения и три вопроса сохранены. Между рассказами Крест и Воскресение. Семь учеников на рисунке 04, до улова. 153 большие рыбы — число в чтении; рисунки не изображают весь улов. Иконы и лицо Христа не изображены, крест православный восьмиконечный. Современные случаи и молитва авторские. Иллюстрации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4 мин.</a:t>
            </a:r>
          </a:p>
          <a:p xmlns:a="http://schemas.openxmlformats.org/drawingml/2006/main">
            <a:r>
              <a:t>Реплика: Восстановим порядок: отречение, плач, встреча со Христом, поручение. Что помогает увидеть надежду, не скрывая тяжести поступка?</a:t>
            </a:r>
          </a:p>
          <a:p xmlns:a="http://schemas.openxmlformats.org/drawingml/2006/main">
            <a:r>
              <a:t>Как провести: Пары раскладывают четыре карточки событий. Один называет поступок Петра, другой — действие Христа после Воскресения. Обсудите, почему «паси овец Моих» обращает Петра к заботе о других.</a:t>
            </a:r>
          </a:p>
          <a:p xmlns:a="http://schemas.openxmlformats.org/drawingml/2006/main">
            <a:r>
              <a:t>Вопрос: Почему история Петра даёт надежду тому, кто согрешил?</a:t>
            </a:r>
          </a:p>
          <a:p xmlns:a="http://schemas.openxmlformats.org/drawingml/2006/main">
            <a:r>
              <a:t>Ориентир: Христос обращается к Петру после его падения, принимает ответ любви и вновь поручает служение. Пётр не оправдывает своё отречение. Покаяние обращает человека к Богу и меняет дальнейшие поступки.</a:t>
            </a:r>
          </a:p>
          <a:p xmlns:a="http://schemas.openxmlformats.org/drawingml/2006/main">
            <a:r>
              <a:t>Ритм: 1 минута — порядок; 2 минуты — обсуждение; 1 минута — вывод.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https://bible.by/syn/42/22/; https://bible.by/syn/43/21/. Синодальный перевод — общественное достояние. Три отречения и три вопроса сохранены. Между рассказами Крест и Воскресение. Семь учеников на рисунке 04, до улова. 153 большие рыбы — число в чтении; рисунки не изображают весь улов. Иконы и лицо Христа не изображены, крест православный восьмиконечный. Современные случаи и молитва авторские. Иллюстрации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3 мин.</a:t>
            </a:r>
          </a:p>
          <a:p xmlns:a="http://schemas.openxmlformats.org/drawingml/2006/main">
            <a:r>
              <a:t>Реплика: Есть фразы, которые описывают случившееся, есть те, что мешают исправлению, и есть первый честный шаг. Разложите шесть карточек. Объясните хотя бы одну.</a:t>
            </a:r>
          </a:p>
          <a:p xmlns:a="http://schemas.openxmlformats.org/drawingml/2006/main">
            <a:r>
              <a:t>Как провести: Пары распределяют шесть карточек по группам «Что произошло», «Что мешает», «Шаг исправления». Отдельно сравните ошибку в решении и сознательную ложь. В два поля запишите честную фразу и посильное исправление.</a:t>
            </a:r>
          </a:p>
          <a:p xmlns:a="http://schemas.openxmlformats.org/drawingml/2006/main">
            <a:r>
              <a:t>Вопрос: Как признать плохой поступок и не сказать о себе: «Я навсегда плохой»?</a:t>
            </a:r>
          </a:p>
          <a:p xmlns:a="http://schemas.openxmlformats.org/drawingml/2006/main">
            <a:r>
              <a:t>Ориентир: Назвать конкретное действие: «Я солгал», вместо общего приговора себе. Искать прощения, помощь и изменение. Стыд может мешать разговору; его не нужно превращать в самоосуждение без надежды.</a:t>
            </a:r>
          </a:p>
          <a:p xmlns:a="http://schemas.openxmlformats.org/drawingml/2006/main">
            <a:r>
              <a:t>Ритм: 1 минута — карточки; 1 минута — объяснение; 1 минута — запись.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https://bible.by/syn/42/22/; https://bible.by/syn/43/21/. Синодальный перевод — общественное достояние. Три отречения и три вопроса сохранены. Между рассказами Крест и Воскресение. Семь учеников на рисунке 04, до улова. 153 большие рыбы — число в чтении; рисунки не изображают весь улов. Иконы и лицо Христа не изображены, крест православный восьмиконечный. Современные случаи и молитва авторские. Иллюстрации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6 мин.</a:t>
            </a:r>
          </a:p>
          <a:p xmlns:a="http://schemas.openxmlformats.org/drawingml/2006/main">
            <a:r>
              <a:t>Реплика: Даня случайно порвал плакат команды, а потом сказал учителю, что это сделала Лиза. Теперь он хочет незаметно всё склеить. У каждого одно сведение. Услышьте всех: достаточно ли тихого ремонта?</a:t>
            </a:r>
          </a:p>
          <a:p xmlns:a="http://schemas.openxmlformats.org/drawingml/2006/main">
            <a:r>
              <a:t>Как провести: Команды по четыре получают сведения. Каждый читает своё, затем записывают первый план: кому сказать правду, как исправить обвинение, кто поможет с плакатом. Один представитель читает ответ. Новое условие пока оставьте у учителя.</a:t>
            </a:r>
          </a:p>
          <a:p xmlns:a="http://schemas.openxmlformats.org/drawingml/2006/main">
            <a:r>
              <a:t>Вопрос: Как исправить и повреждение плаката, и ложное обвинение?</a:t>
            </a:r>
          </a:p>
          <a:p xmlns:a="http://schemas.openxmlformats.org/drawingml/2006/main">
            <a:r>
              <a:t>Ориентир: Даня признаёт учителю и команде, что Лиза не виновата, просит у неё прощения и предлагает посильный ремонт. Помощь доступна, если он скажет правду. Ремонт вещи сам по себе не возвращает доброе имя.</a:t>
            </a:r>
          </a:p>
          <a:p xmlns:a="http://schemas.openxmlformats.org/drawingml/2006/main">
            <a:r>
              <a:t>Ритм: 1 минута — сведения; 3 минуты — план; 2 минуты — ответ и уточнение.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Четыре командных сведения:</a:t>
            </a:r>
          </a:p>
          <a:p xmlns:a="http://schemas.openxmlformats.org/drawingml/2006/main">
            <a:r>
              <a:t>1. Что сделал Даня: Даня случайно порвал плакат команды. Учителю и команде он сказал, что это сделала Лиза. Он знает, что обвинил её неправдой.</a:t>
            </a:r>
          </a:p>
          <a:p xmlns:a="http://schemas.openxmlformats.org/drawingml/2006/main">
            <a:r>
              <a:t>2. Кому причинён вред: Лизу считают виноватой. Ей обидно, что Даня переложил вину на неё. Она хочет, чтобы учитель и команда узнали правду.</a:t>
            </a:r>
          </a:p>
          <a:p xmlns:a="http://schemas.openxmlformats.org/drawingml/2006/main">
            <a:r>
              <a:t>3. Какая помощь есть: Плакат нужен завтра. Есть запасная бумага, клей и участники, готовые помочь. Учитель может согласовать ремонт, если узнает, что произошло.</a:t>
            </a:r>
          </a:p>
          <a:p xmlns:a="http://schemas.openxmlformats.org/drawingml/2006/main">
            <a:r>
              <a:t>4. Что мешает признанию: Даня боится потерять доверие и думает уйти из команды. Он предлагает незаметно склеить плакат, ничего не исправляя в обвинении.</a:t>
            </a:r>
          </a:p>
          <a:p xmlns:a="http://schemas.openxmlformats.org/drawingml/2006/main">
            <a:r>
              <a:t>Источники: https://bible.by/syn/42/22/; https://bible.by/syn/43/21/. Синодальный перевод — общественное достояние. Три отречения и три вопроса сохранены. Между рассказами Крест и Воскресение. Семь учеников на рисунке 04, до улова. 153 большие рыбы — число в чтении; рисунки не изображают весь улов. Иконы и лицо Христа не изображены, крест православный восьмиконечный. Современные случаи и молитва авторские. Иллюстрации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4 мин.</a:t>
            </a:r>
          </a:p>
          <a:p xmlns:a="http://schemas.openxmlformats.org/drawingml/2006/main">
            <a:r>
              <a:t>Реплика: Попробуй: «Я случайно порвал плакат, а потом сказал, что это сделала ты. Это неправда. Прости меня. Я скажу правду учителю и команде и помогу восстановить плакат».</a:t>
            </a:r>
          </a:p>
          <a:p xmlns:a="http://schemas.openxmlformats.org/drawingml/2006/main">
            <a:r>
              <a:t>Как провести: Пары выбирают один из четырёх случаев. Один называет свой поступок и предлагает конкретное исправление. Другой отвечает, что ему нужно дальше. Затем смените роли и возьмите другой случай. Для ошибки в умении подходит просьба объяснить, а не выдуманная вина.</a:t>
            </a:r>
          </a:p>
          <a:p xmlns:a="http://schemas.openxmlformats.org/drawingml/2006/main">
            <a:r>
              <a:t>Вопрос: Чего не хватает словам «извини, если тебе было неприятно»?</a:t>
            </a:r>
          </a:p>
          <a:p xmlns:a="http://schemas.openxmlformats.org/drawingml/2006/main">
            <a:r>
              <a:t>Ориентир: Они не называют собственный поступок и вред. Лучше: «Я сделал… Прости меня. Я исправлю…». У человека остаётся право сказать, что ему нужно время; извинение не требует немедленного доверия.</a:t>
            </a:r>
          </a:p>
          <a:p xmlns:a="http://schemas.openxmlformats.org/drawingml/2006/main">
            <a:r>
              <a:t>Ритм: 2 минуты — первый разговор; 2 минуты — смена ролей.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https://bible.by/syn/42/22/; https://bible.by/syn/43/21/. Синодальный перевод — общественное достояние. Три отречения и три вопроса сохранены. Между рассказами Крест и Воскресение. Семь учеников на рисунке 04, до улова. 153 большие рыбы — число в чтении; рисунки не изображают весь улов. Иконы и лицо Христа не изображены, крест православный восьмиконечный. Современные случаи и молитва авторские. Иллюстрации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4 мин.</a:t>
            </a:r>
          </a:p>
          <a:p xmlns:a="http://schemas.openxmlformats.org/drawingml/2006/main">
            <a:r>
              <a:t>Реплика: Новое условие: Лиза услышала извинение, но пока не хочет выступать с Даней в паре. Учитель предлагает Дане помочь восстановить плакат с другим участником. Даня говорит: «Значит, всё бессмысленно?» Что ответим и добавим в план?</a:t>
            </a:r>
          </a:p>
          <a:p xmlns:a="http://schemas.openxmlformats.org/drawingml/2006/main">
            <a:r>
              <a:t>Как провести: Команды сохраняют первый план и дописывают второй: как уважить ответ Лизы, сохранить правду и продолжить исправление. Два представителя называют конкретный шаг. Обсудите, как поддержать Даню, не отменяя его ответственности.</a:t>
            </a:r>
          </a:p>
          <a:p xmlns:a="http://schemas.openxmlformats.org/drawingml/2006/main">
            <a:r>
              <a:t>Вопрос: Можно ли начать делать добро, пока прежнее доверие ещё не вернулось?</a:t>
            </a:r>
          </a:p>
          <a:p xmlns:a="http://schemas.openxmlformats.org/drawingml/2006/main">
            <a:r>
              <a:t>Ориентир: Да. Даня исправляет обвинение перед теми, кто его слышал, помогает с плакатом и выполняет новые договорённости. Он не торгуется за прощение и не давит на Лизу. Устойчивые честные поступки могут помогать восстановлению доверия, но его нельзя назначить по сроку.</a:t>
            </a:r>
          </a:p>
          <a:p xmlns:a="http://schemas.openxmlformats.org/drawingml/2006/main">
            <a:r>
              <a:t>Ритм: 2 минуты — второй план; 2 минуты — два ответа.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https://bible.by/syn/42/22/; https://bible.by/syn/43/21/. Синодальный перевод — общественное достояние. Три отречения и три вопроса сохранены. Между рассказами Крест и Воскресение. Семь учеников на рисунке 04, до улова. 153 большие рыбы — число в чтении; рисунки не изображают весь улов. Иконы и лицо Христа не изображены, крест православный восьмиконечный. Современные случаи и молитва авторские. Иллюстрации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4 мин.</a:t>
            </a:r>
          </a:p>
          <a:p xmlns:a="http://schemas.openxmlformats.org/drawingml/2006/main">
            <a:r>
              <a:t>Реплика: Выбери настоящий или вымышленный случай. Назови поступок, посильное исправление и человека, у которого можно попросить помощи. Лист остаётся у тебя. Затем коротко помолимся о прощении и новом начале.</a:t>
            </a:r>
          </a:p>
          <a:p xmlns:a="http://schemas.openxmlformats.org/drawingml/2006/main">
            <a:r>
              <a:t>Как провести: Участники заполняют шесть полей личного листа. По желанию читают только первый шаг. Оставьте краткую тишину и прочитайте авторскую молитву. Личные подробности рассказывать группе не требуется.</a:t>
            </a:r>
          </a:p>
          <a:p xmlns:a="http://schemas.openxmlformats.org/drawingml/2006/main">
            <a:r>
              <a:t>Вопрос: Кому и что я скажу; что сделаю первым и когда?</a:t>
            </a:r>
          </a:p>
          <a:p xmlns:a="http://schemas.openxmlformats.org/drawingml/2006/main">
            <a:r>
              <a:t>Ориентир: Конкретный шаг: признать ложь, исправить обвинение, вернуть взятое, попросить помощи или потренировать то, что не получилось. Прощения у Бога можно просить уже сейчас; готовый план не покупает Его любовь.</a:t>
            </a:r>
          </a:p>
          <a:p xmlns:a="http://schemas.openxmlformats.org/drawingml/2006/main">
            <a:r>
              <a:t>Ритм: 2 минуты — запись; 1 минута — короткий ответ; 1 минута — молитва.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Авторская молитва: Господи Иисусе Христе, прости мои грехи. Помоги мне сказать правду о своём поступке, попросить прощения и исправить причинённый вред. Дай мне не отчаиваться, принять Твою помощь и снова делать добро. Аминь.</a:t>
            </a:r>
          </a:p>
          <a:p xmlns:a="http://schemas.openxmlformats.org/drawingml/2006/main">
            <a:r>
              <a:t>Источники: https://bible.by/syn/42/22/; https://bible.by/syn/43/21/. Синодальный перевод — общественное достояние. Три отречения и три вопроса сохранены. Между рассказами Крест и Воскресение. Семь учеников на рисунке 04, до улова. 153 большие рыбы — число в чтении; рисунки не изображают весь улов. Иконы и лицо Христа не изображены, крест православный восьмиконечный. Современные случаи и молитва авторские. Иллюстрации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3 мин.</a:t>
            </a:r>
          </a:p>
          <a:p xmlns:a="http://schemas.openxmlformats.org/drawingml/2006/main">
            <a:r>
              <a:t>Реплика: Заверши две фразы: «Христос дал Петру новое начало, когда…» и «После своего плохого поступка я могу…». Назови действие, а не только обещание.</a:t>
            </a:r>
          </a:p>
          <a:p xmlns:a="http://schemas.openxmlformats.org/drawingml/2006/main">
            <a:r>
              <a:t>Как провести: Попросите два коротких ответа. Каждый отмечает время своего первого шага. На следующей встрече предложите добровольно рассказать о выполненном шаге и нужной помощи.</a:t>
            </a:r>
          </a:p>
          <a:p xmlns:a="http://schemas.openxmlformats.org/drawingml/2006/main">
            <a:r>
              <a:t>Вопрос: Что я понял о покаянии и о надежде?</a:t>
            </a:r>
          </a:p>
          <a:p xmlns:a="http://schemas.openxmlformats.org/drawingml/2006/main">
            <a:r>
              <a:t>Ориентир: Отречение было тяжёлым, но Христос не отверг Петра навсегда. Он поручил ему заботу о других. Я могу обратиться к Богу, признать свой поступок и начать исправление, продолжая делать добро.</a:t>
            </a:r>
          </a:p>
          <a:p xmlns:a="http://schemas.openxmlformats.org/drawingml/2006/main">
            <a:r>
              <a:t>Ритм: 2 минуты — два ответа; 1 минута — свой шаг и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https://bible.by/syn/42/22/; https://bible.by/syn/43/21/. Синодальный перевод — общественное достояние. Три отречения и три вопроса сохранены. Между рассказами Крест и Воскресение. Семь учеников на рисунке 04, до улова. 153 большие рыбы — число в чтении; рисунки не изображают весь улов. Иконы и лицо Христа не изображены, крест православный восьмиконечный. Современные случаи и молитва авторские. Иллюстрации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063bcfd3ae43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37476422340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e83a57e9d47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46b9647314b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0fe86e634741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1fd0cf179949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FFAF3F6-E54B-4F14-BBA1-C283BF37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9E41885-769F-411C-B800-AC61B6FBD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332AEC3-D3A9-4845-B8A3-4F5BF0154C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BADB9AB-6A87-4B4D-B474-906AF625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873D90-D3CF-4C99-93A4-F4565E0A70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0F73485-5FB9-4C76-8778-E35C423A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FFC0E5-B477-4A41-9588-EA911BB2D2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14955FD-4330-40DE-B3F1-F939FDD2ED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10634E9-D977-4B05-92AD-1DEC5435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611612A-F679-493B-9F32-2E9A7C46EC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88FF14-95AC-458D-BCEB-AE757622FC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3A24316-AA89-4383-B871-D1DD15F33B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9018606-A1F2-4041-A71B-6C2A337E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280327B-43A4-458B-9935-E63F95373D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6F33AB-D128-4EE9-829C-E00EF3E627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9d282493984496" /><Relationship Type="http://schemas.openxmlformats.org/officeDocument/2006/relationships/slideLayout" Target="/ppt/slideLayouts/slideLayout1.xml" Id="R9b956b83b4504712" /><Relationship Type="http://schemas.openxmlformats.org/officeDocument/2006/relationships/slideLayout" Target="/ppt/slideLayouts/slideLayout2.xml" Id="R7e62e88748664b90" /><Relationship Type="http://schemas.openxmlformats.org/officeDocument/2006/relationships/slideLayout" Target="/ppt/slideLayouts/slideLayout3.xml" Id="R8ee3cd919d4249ec" /><Relationship Type="http://schemas.openxmlformats.org/officeDocument/2006/relationships/slideLayout" Target="/ppt/slideLayouts/slideLayout4.xml" Id="Rae8b8e12f0fb40f0" /><Relationship Type="http://schemas.openxmlformats.org/officeDocument/2006/relationships/slideLayout" Target="/ppt/slideLayouts/slideLayout5.xml" Id="R16b4d45a7c8249c5" /><Relationship Type="http://schemas.openxmlformats.org/officeDocument/2006/relationships/slideLayout" Target="/ppt/slideLayouts/slideLayout6.xml" Id="R1dfc6899288b40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956b83b4504712"/>
    <p:sldLayoutId xmlns:r="http://schemas.openxmlformats.org/officeDocument/2006/relationships" id="2147483650" r:id="R7e62e88748664b90"/>
    <p:sldLayoutId xmlns:r="http://schemas.openxmlformats.org/officeDocument/2006/relationships" id="2147483651" r:id="R8ee3cd919d4249ec"/>
    <p:sldLayoutId xmlns:r="http://schemas.openxmlformats.org/officeDocument/2006/relationships" id="2147483652" r:id="Rae8b8e12f0fb40f0"/>
    <p:sldLayoutId xmlns:r="http://schemas.openxmlformats.org/officeDocument/2006/relationships" id="2147483653" r:id="R16b4d45a7c8249c5"/>
    <p:sldLayoutId xmlns:r="http://schemas.openxmlformats.org/officeDocument/2006/relationships" id="2147483654" r:id="R1dfc6899288b40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a4cbfd2654805" /><Relationship Type="http://schemas.openxmlformats.org/officeDocument/2006/relationships/image" Target="/ppt/media/image.jpeg" Id="R3904d547ca5a41ba" /><Relationship Type="http://schemas.openxmlformats.org/officeDocument/2006/relationships/notesSlide" Target="/ppt/notesSlides/notesSlide1.xml" Id="R2e1606f6cc6343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4fac3a59541c6" /><Relationship Type="http://schemas.openxmlformats.org/officeDocument/2006/relationships/image" Target="/ppt/media/image2.jpeg" Id="Rf09546a2d04e4cb8" /><Relationship Type="http://schemas.openxmlformats.org/officeDocument/2006/relationships/notesSlide" Target="/ppt/notesSlides/notesSlide2.xml" Id="R3e056a43ee0044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c8a297ce904ebf" /><Relationship Type="http://schemas.openxmlformats.org/officeDocument/2006/relationships/image" Target="/ppt/media/image3.jpeg" Id="R5d2fb67c0a9a49b1" /><Relationship Type="http://schemas.openxmlformats.org/officeDocument/2006/relationships/notesSlide" Target="/ppt/notesSlides/notesSlide3.xml" Id="R371c2df30d924e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d1d2898cda4c89" /><Relationship Type="http://schemas.openxmlformats.org/officeDocument/2006/relationships/image" Target="/ppt/media/image4.jpeg" Id="R05e2c208ddaf42e8" /><Relationship Type="http://schemas.openxmlformats.org/officeDocument/2006/relationships/notesSlide" Target="/ppt/notesSlides/notesSlide4.xml" Id="R5a8d7a74bd6c47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ede2e8b6647ba" /><Relationship Type="http://schemas.openxmlformats.org/officeDocument/2006/relationships/image" Target="/ppt/media/image5.jpeg" Id="Rf3b2ab65f8d74c57" /><Relationship Type="http://schemas.openxmlformats.org/officeDocument/2006/relationships/notesSlide" Target="/ppt/notesSlides/notesSlide5.xml" Id="R13227ecd493f43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493d5cb2de4356" /><Relationship Type="http://schemas.openxmlformats.org/officeDocument/2006/relationships/image" Target="/ppt/media/image6.jpeg" Id="R0c2da2eb2bfe492c" /><Relationship Type="http://schemas.openxmlformats.org/officeDocument/2006/relationships/notesSlide" Target="/ppt/notesSlides/notesSlide6.xml" Id="Rafeccd92f17141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39f3955394460c" /><Relationship Type="http://schemas.openxmlformats.org/officeDocument/2006/relationships/image" Target="/ppt/media/image7.jpeg" Id="Rcb1235a150b04940" /><Relationship Type="http://schemas.openxmlformats.org/officeDocument/2006/relationships/notesSlide" Target="/ppt/notesSlides/notesSlide7.xml" Id="Rcc5173ed456d4e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6d25486b8e4ed3" /><Relationship Type="http://schemas.openxmlformats.org/officeDocument/2006/relationships/image" Target="/ppt/media/image8.jpeg" Id="R3279802d86cf4103" /><Relationship Type="http://schemas.openxmlformats.org/officeDocument/2006/relationships/notesSlide" Target="/ppt/notesSlides/notesSlide8.xml" Id="R6ac332f2ef3b48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8198657169454c" /><Relationship Type="http://schemas.openxmlformats.org/officeDocument/2006/relationships/image" Target="/ppt/media/image9.jpeg" Id="R7db086a6410b4b1f" /><Relationship Type="http://schemas.openxmlformats.org/officeDocument/2006/relationships/notesSlide" Target="/ppt/notesSlides/notesSlide9.xml" Id="R2b3ef3e255f348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c3ba02fa5442f4" /><Relationship Type="http://schemas.openxmlformats.org/officeDocument/2006/relationships/image" Target="/ppt/media/image10.jpeg" Id="R744ce5a1d85047ac" /><Relationship Type="http://schemas.openxmlformats.org/officeDocument/2006/relationships/notesSlide" Target="/ppt/notesSlides/notesSlide10.xml" Id="R3873f42df67549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f3f5d096e34f9b" /><Relationship Type="http://schemas.openxmlformats.org/officeDocument/2006/relationships/image" Target="/ppt/media/image11.jpeg" Id="R504a2ac8b7ec4257" /><Relationship Type="http://schemas.openxmlformats.org/officeDocument/2006/relationships/notesSlide" Target="/ppt/notesSlides/notesSlide11.xml" Id="R7cf6b8a9519a4e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c342d6ad924199" /><Relationship Type="http://schemas.openxmlformats.org/officeDocument/2006/relationships/image" Target="/ppt/media/image12.jpeg" Id="R7f77f88860c445ea" /><Relationship Type="http://schemas.openxmlformats.org/officeDocument/2006/relationships/notesSlide" Target="/ppt/notesSlides/notesSlide12.xml" Id="R2c593963a5bf43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4d547ca5a41b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725EF-D723-454F-8C97-B429948A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048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Я ошибся.</a:t>
            </a:r>
          </a:p>
          <a:p xmlns:a="http://schemas.openxmlformats.org/drawingml/2006/main">
            <a:pPr>
              <a:def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Всё потеряно?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AD538-2CFA-4A0A-AC63-8EFA4847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24325"/>
            <a:ext cx="4838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Покаяние и новое начало</a:t>
            </a:r>
          </a:p>
          <a:p xmlns:a="http://schemas.openxmlformats.org/drawingml/2006/main">
            <a:pPr>
              <a:def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История Петра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F55AA-DE07-4D41-9776-4766237B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12–15 лет · 45 минут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4A60D-594E-439E-8720-4C39CE8E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Лк. 22; Ин. 21</a:t>
            </a:r>
          </a:p>
        </p:txBody>
      </p:sp>
    </p:spTree>
    <p:extLst>
      <p:ext uri="{BB962C8B-B14F-4D97-AF65-F5344CB8AC3E}">
        <p14:creationId xmlns:p14="http://schemas.microsoft.com/office/powerpoint/2010/main" val="13818276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EB2BD-42D1-4A78-AD3A-F2D39484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Отречение Петра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546a2d04e4cb8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E03CE-98D9-46D4-B0B4-4B30A303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Читаем Лк. 22:31–34,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затем 54–62.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Пётр обещал?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он сделал?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После чтения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сразу сценка.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AD4E0-5F0A-4A6D-AB48-3E7B6071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Все выбранные стихи подряд. Сразу первая сценка.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1177E-C6D2-4F7E-BB1F-DE34F1BC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404425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B127E-93C1-4548-BB2C-9014A6B5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Сценка во дворе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fb67c0a9a49b1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D2738-1E32-4BF0-8C56-D6B515B4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Служанка.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Первый мужчина.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Второй мужчина.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Три отречения.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Петух. Взгляд Господа.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Пётр горько плачет.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7EFF5-CEEB-4184-A1F0-0A460720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Обсуждение после обеих сценок.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5A52D-2AB6-4F0A-AF9E-252DE044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50949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917F3-2FC9-48D3-B127-02894BBB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Встреча после Воскресения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2c208ddaf42e8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D2D61-465A-46BB-99F4-88F840A0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Христос был распят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 воскрес.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Читаем Ин. 21:1–19.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Он поручает Петру?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После чтения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сразу сценка на берегу.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91DD4-F68A-4A7E-8A7C-1E62261F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Отрывок включает ст. 18–19.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B2BCA-26F5-402A-B604-DCBADA70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10831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E9432-BF7D-42D4-9946-FEE12213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Сценка на берегу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2ab65f8d74c57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F5394-EAE7-4B0F-93B7-E7D7B5B0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Три вопроса о любви.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Три поручения.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«Паси агнцев Моих».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«Паси овец Моих».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«Паси овец Моих».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«Иди за Мною».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19FFD-43C6-4ED3-9740-865FBBAD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Слова Христа читает рассказчик.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8891C-D4EE-4018-9C65-77D1EA88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544003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4D9C7-A8C3-4F3F-9638-837CA120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Падение и новое начало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da2eb2bfe492c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44F16-3F1C-44A2-9E5A-CC1B57CD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Отречение.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Память и плач.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Встреча со Христом.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Новое поручение.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Почему у Петра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есть путь дальше?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157F6-37FA-45C6-A39F-ADA45BFD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Христос вновь поручает заботу о других.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BD101-04EF-4717-8E60-C66FAD26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16600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F0181-BB70-480F-B7FE-BE152C13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помогает после ошибки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235a150b04940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BE693-0A13-4063-BAB2-D7B08981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«Не понял задачу».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«Я обвинил невиновного».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«Я навсегда плохой».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произошло?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мешает исправлению?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Какой честный шаг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я могу сделать?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5DC29-D65C-4EAF-8E80-501D2B57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Промах в умении требует объяснения и практики.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5B5E6-356A-4AD0-B775-0416CCB2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355836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1620C-4E14-4764-A869-C4EB6D06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Четыре сведения — один план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9802d86cf4103"/>
          <a:stretch xmlns:a="http://schemas.openxmlformats.org/drawingml/2006/main"/>
        </p:blipFill>
        <p:spPr>
          <a:xfrm xmlns:a="http://schemas.openxmlformats.org/drawingml/2006/main">
            <a:off x="5429250" y="2038518"/>
            <a:ext cx="6153150" cy="345723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955AF-E892-4FE4-85CD-9FC9489B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Даня порвал плакат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 обвинил Лизу.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Теперь хочет незаметно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всё склеить.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Достаточно ли ремонта?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Кому сказать правду?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E6CC6-BD2E-451E-AC07-B6CA9DF2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Сначала первый план. Новое условие прозвучит позже.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75C6A-6CDB-4D85-A5C2-DC128F4C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433459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57BFA-01A0-4D0F-B106-6FD3F01D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Признать и попросить прощения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086a6410b4b1f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E7795-2C7F-4C8D-989D-F9B9E522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«Я сказал, что плакат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порвала ты. Это неправда.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Прости меня.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Я скажу правду учителю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 команде и помогу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восстановить плакат».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Выслушай ответ.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6927B-3C1A-4B30-AC9A-2501D76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Признание поступка и конкретное исправление.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AD21C-E654-4216-AF50-9AAA91C3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220729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5B050-4DC5-4A57-9972-BC7481C4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Когда доверие ещё не вернулось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ce5a1d85047ac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0F0DA-A293-4B8A-B86B-34206F81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Лиза услышала извинение,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но пока не хочет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выступать с Даней в паре.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Учитель предлагает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помочь с плакатом.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Даня сделает дальше?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BD760-D510-47A2-B74F-ECB587DC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Первый план не стирайте. Допишите второй.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FADCC-491A-4682-B509-A970CE89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409310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AB79A-65DB-4451-87DD-1F52AE1E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первый шаг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a2ac8b7ec4257"/>
          <a:stretch xmlns:a="http://schemas.openxmlformats.org/drawingml/2006/main"/>
        </p:blipFill>
        <p:spPr>
          <a:xfrm xmlns:a="http://schemas.openxmlformats.org/drawingml/2006/main">
            <a:off x="5429250" y="2037484"/>
            <a:ext cx="6153150" cy="345930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316E4-0B5F-42FF-B8BB-03B0A3C3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произошло?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Кому причинён вред?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Кому скажу правду?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исправлю делом?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Кто поможет?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Какую границу уважу?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первый шаг и время.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93BC9-D404-4D4E-A524-7E77E712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Господи Иисусе Христе, прости мои грехи.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F5456-0B79-4C3C-A27E-8F487F77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398116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B0282-E489-4BC1-889F-2327CB09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Новое начало и мой поступок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7f88860c445ea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C4F8F-DBFA-4241-902B-AC6D8C74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«Христос дал Петру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новое начало, когда…»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«После плохого поступка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я могу…»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Назови конкретное действие.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965C0-0AA6-4C89-9112-6FAE2F38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Надежда помогает начать исправление и делать добро.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43C6C-202B-4600-B799-DBD3F9A4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40799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2026-10-03T18:25:08.8800000Z</dcterms:created>
  <dcterms:modified xsi:type="dcterms:W3CDTF">2026-10-03T18:25:08.8800000Z</dcterms:modified>
</coreProperties>
</file>