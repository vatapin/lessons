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a10d6512204318" /><Relationship Type="http://schemas.openxmlformats.org/officeDocument/2006/relationships/extended-properties" Target="/docProps/app.xml" Id="Rcc8c8cfbfdd74489" /><Relationship Type="http://schemas.openxmlformats.org/officeDocument/2006/relationships/officeDocument" Target="/ppt/presentation.xml" Id="R0e145cbe840b42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e7bf20348e4f94"/>
  </p:sldMasterIdLst>
  <p:notesMasterIdLst>
    <p:notesMasterId xmlns:r="http://schemas.openxmlformats.org/officeDocument/2006/relationships" r:id="Ra2b63faa3c1e4950"/>
  </p:notesMasterIdLst>
  <p:sldIdLst>
    <p:sldId xmlns:r="http://schemas.openxmlformats.org/officeDocument/2006/relationships" id="256" r:id="R429e98906c7a44ad"/>
    <p:sldId xmlns:r="http://schemas.openxmlformats.org/officeDocument/2006/relationships" id="257" r:id="R798685343d0a4a90"/>
    <p:sldId xmlns:r="http://schemas.openxmlformats.org/officeDocument/2006/relationships" id="258" r:id="R991534c5bac847f3"/>
    <p:sldId xmlns:r="http://schemas.openxmlformats.org/officeDocument/2006/relationships" id="259" r:id="R767b6ef1713e41fd"/>
    <p:sldId xmlns:r="http://schemas.openxmlformats.org/officeDocument/2006/relationships" id="260" r:id="Rbac92f4cc6a84f92"/>
    <p:sldId xmlns:r="http://schemas.openxmlformats.org/officeDocument/2006/relationships" id="261" r:id="R25476716aafe47c7"/>
    <p:sldId xmlns:r="http://schemas.openxmlformats.org/officeDocument/2006/relationships" id="262" r:id="R66aa1ce910aa4624"/>
    <p:sldId xmlns:r="http://schemas.openxmlformats.org/officeDocument/2006/relationships" id="263" r:id="R8283d33c88344b11"/>
    <p:sldId xmlns:r="http://schemas.openxmlformats.org/officeDocument/2006/relationships" id="264" r:id="R8752b7f678cb4710"/>
    <p:sldId xmlns:r="http://schemas.openxmlformats.org/officeDocument/2006/relationships" id="265" r:id="Rf71e3b3b8c4e4268"/>
    <p:sldId xmlns:r="http://schemas.openxmlformats.org/officeDocument/2006/relationships" id="266" r:id="R9fb7e2d2bd4448f3"/>
    <p:sldId xmlns:r="http://schemas.openxmlformats.org/officeDocument/2006/relationships" id="267" r:id="Ra2289ed9591941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33c70dd92b43f4" /><Relationship Type="http://schemas.openxmlformats.org/officeDocument/2006/relationships/slideMaster" Target="/ppt/slideMasters/slideMaster1.xml" Id="R44e7bf20348e4f94" /><Relationship Type="http://schemas.openxmlformats.org/officeDocument/2006/relationships/notesMaster" Target="/ppt/notesMasters/notesMaster1.xml" Id="Ra2b63faa3c1e4950" /><Relationship Type="http://schemas.openxmlformats.org/officeDocument/2006/relationships/presProps" Target="/ppt/presProps.xml" Id="R1be7504f5ec34c52" /><Relationship Type="http://schemas.openxmlformats.org/officeDocument/2006/relationships/tableStyles" Target="/ppt/tableStyles.xml" Id="R9854e728f00e4fe1" /><Relationship Type="http://schemas.openxmlformats.org/officeDocument/2006/relationships/slide" Target="/ppt/slides/slide1.xml" Id="R429e98906c7a44ad" /><Relationship Type="http://schemas.openxmlformats.org/officeDocument/2006/relationships/slide" Target="/ppt/slides/slide2.xml" Id="R798685343d0a4a90" /><Relationship Type="http://schemas.openxmlformats.org/officeDocument/2006/relationships/slide" Target="/ppt/slides/slide3.xml" Id="R991534c5bac847f3" /><Relationship Type="http://schemas.openxmlformats.org/officeDocument/2006/relationships/slide" Target="/ppt/slides/slide4.xml" Id="R767b6ef1713e41fd" /><Relationship Type="http://schemas.openxmlformats.org/officeDocument/2006/relationships/slide" Target="/ppt/slides/slide5.xml" Id="Rbac92f4cc6a84f92" /><Relationship Type="http://schemas.openxmlformats.org/officeDocument/2006/relationships/slide" Target="/ppt/slides/slide6.xml" Id="R25476716aafe47c7" /><Relationship Type="http://schemas.openxmlformats.org/officeDocument/2006/relationships/slide" Target="/ppt/slides/slide7.xml" Id="R66aa1ce910aa4624" /><Relationship Type="http://schemas.openxmlformats.org/officeDocument/2006/relationships/slide" Target="/ppt/slides/slide8.xml" Id="R8283d33c88344b11" /><Relationship Type="http://schemas.openxmlformats.org/officeDocument/2006/relationships/slide" Target="/ppt/slides/slide9.xml" Id="R8752b7f678cb4710" /><Relationship Type="http://schemas.openxmlformats.org/officeDocument/2006/relationships/slide" Target="/ppt/slides/slide10.xml" Id="Rf71e3b3b8c4e4268" /><Relationship Type="http://schemas.openxmlformats.org/officeDocument/2006/relationships/slide" Target="/ppt/slides/slide11.xml" Id="R9fb7e2d2bd4448f3" /><Relationship Type="http://schemas.openxmlformats.org/officeDocument/2006/relationships/slide" Target="/ppt/slides/slide12.xml" Id="Ra2289ed9591941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9131119344a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bdb06d68184966" /><Relationship Type="http://schemas.openxmlformats.org/officeDocument/2006/relationships/notesMaster" Target="/ppt/notesMasters/notesMaster1.xml" Id="R08cce858da5e43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7d786cfcba45cb" /><Relationship Type="http://schemas.openxmlformats.org/officeDocument/2006/relationships/notesMaster" Target="/ppt/notesMasters/notesMaster1.xml" Id="Rffc74edb2fb149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f931b16a99453e" /><Relationship Type="http://schemas.openxmlformats.org/officeDocument/2006/relationships/notesMaster" Target="/ppt/notesMasters/notesMaster1.xml" Id="R01de4b64081f44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a3a4dee03c4e0b" /><Relationship Type="http://schemas.openxmlformats.org/officeDocument/2006/relationships/notesMaster" Target="/ppt/notesMasters/notesMaster1.xml" Id="Rd1d8d13b6d00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19cba0c4554f96" /><Relationship Type="http://schemas.openxmlformats.org/officeDocument/2006/relationships/notesMaster" Target="/ppt/notesMasters/notesMaster1.xml" Id="Rfed925a600a44c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57295600e74940" /><Relationship Type="http://schemas.openxmlformats.org/officeDocument/2006/relationships/notesMaster" Target="/ppt/notesMasters/notesMaster1.xml" Id="Rd62159118cd840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58f9a10d6549b9" /><Relationship Type="http://schemas.openxmlformats.org/officeDocument/2006/relationships/notesMaster" Target="/ppt/notesMasters/notesMaster1.xml" Id="R9d0ea3d574404b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55938c338e4234" /><Relationship Type="http://schemas.openxmlformats.org/officeDocument/2006/relationships/notesMaster" Target="/ppt/notesMasters/notesMaster1.xml" Id="Rad6fe31b3ce346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24277e34684ffc" /><Relationship Type="http://schemas.openxmlformats.org/officeDocument/2006/relationships/notesMaster" Target="/ppt/notesMasters/notesMaster1.xml" Id="R2ddf99586f4b4c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ec9a16731a4d14" /><Relationship Type="http://schemas.openxmlformats.org/officeDocument/2006/relationships/notesMaster" Target="/ppt/notesMasters/notesMaster1.xml" Id="R175faac248274d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bc4a697b6a4449" /><Relationship Type="http://schemas.openxmlformats.org/officeDocument/2006/relationships/notesMaster" Target="/ppt/notesMasters/notesMaster1.xml" Id="R804c79d8a4d542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f457cf0c2a45f1" /><Relationship Type="http://schemas.openxmlformats.org/officeDocument/2006/relationships/notesMaster" Target="/ppt/notesMasters/notesMaster1.xml" Id="R4b81cbf358764e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2 мин.</a:t>
            </a:r>
          </a:p>
          <a:p xmlns:a="http://schemas.openxmlformats.org/drawingml/2006/main">
            <a:r>
              <a:t>Реплика: Представь: ты остался рядом с чужим макетом. Можно разобрать деталь, и никто не заметит. Меняется ли от этого сам поступок? Послушаем историю человека, которому доверили целый дом.</a:t>
            </a:r>
          </a:p>
          <a:p xmlns:a="http://schemas.openxmlformats.org/drawingml/2006/main">
            <a:r>
              <a:t>Как провести: Предложите вымышленную ситуацию. Участники молча выбирают первый ответ. Переходите к чтению, без сбора личных признаний.</a:t>
            </a:r>
          </a:p>
          <a:p xmlns:a="http://schemas.openxmlformats.org/drawingml/2006/main">
            <a:r>
              <a:t>Вопрос: Что удерживает меня, когда рядом нет зрителей?</a:t>
            </a:r>
          </a:p>
          <a:p xmlns:a="http://schemas.openxmlformats.org/drawingml/2006/main">
            <a:r>
              <a:t>Ориентир: Поступок затрагивает другого человека и доверие, даже если свидетелей нет. Сегодня проверяем свой выбор и учимся действовать честно.</a:t>
            </a:r>
          </a:p>
          <a:p xmlns:a="http://schemas.openxmlformats.org/drawingml/2006/main">
            <a:r>
              <a:t>Ритм: 1 минута — ситуация; 1 минута — личный выбор и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Никто не видел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5 мин.</a:t>
            </a:r>
          </a:p>
          <a:p xmlns:a="http://schemas.openxmlformats.org/drawingml/2006/main">
            <a:r>
              <a:t>Реплика: Прочитаем Быт. 39 целиком. Услышим, что Иосифу доверили, от чего он отказался и что произошло потом. Сразу после чтения разыграем рассказ.</a:t>
            </a:r>
          </a:p>
          <a:p xmlns:a="http://schemas.openxmlformats.org/drawingml/2006/main">
            <a:r>
              <a:t>Как провести: Прочитайте все 23 стиха Быт. 39:1–23 подряд, без промежуточных вопросов. Четыре участника заранее получают роли. Затем сразу сценка.</a:t>
            </a:r>
          </a:p>
          <a:p xmlns:a="http://schemas.openxmlformats.org/drawingml/2006/main">
            <a:r>
              <a:t>Вопрос: Задание слушателям: запомнить доверие Потифара, слова отказа и настоящий конец главы.</a:t>
            </a:r>
          </a:p>
          <a:p xmlns:a="http://schemas.openxmlformats.org/drawingml/2006/main">
            <a:r>
              <a:t>Ориентир: Иосифу доверен дом. Жена Потифара предлагает нарушить супружескую верность. Иосиф отказывается и уходит; затем его ложно обвиняют и заключают в темницу. Господь остаётся с ним.</a:t>
            </a:r>
          </a:p>
          <a:p xmlns:a="http://schemas.openxmlformats.org/drawingml/2006/main">
            <a:r>
              <a:t>Ритм: 4,5 минуты — чтение; 30 секунд — переход.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выбранный отрывок Быт. 39:1–23. Синодальный перевод.</a:t>
            </a:r>
          </a:p>
          <a:p xmlns:a="http://schemas.openxmlformats.org/drawingml/2006/main">
            <a:r>
              <a:t>1. Иосиф же отведён был в Египет, и купил его из рук Измаильтян, приведших его туда, Египтянин Потифар, царедворец фараонов, начальник телохранителей.</a:t>
            </a:r>
          </a:p>
          <a:p xmlns:a="http://schemas.openxmlformats.org/drawingml/2006/main">
            <a:r>
              <a:t>2. И был Господь с Иосифом: он был успешен в делах и жил в доме господина своего, Египтянина.</a:t>
            </a:r>
          </a:p>
          <a:p xmlns:a="http://schemas.openxmlformats.org/drawingml/2006/main">
            <a:r>
              <a:t>3. И увидел господин его, что Господь с ним и что всему, что он делает, Господь в руках его даёт успех.</a:t>
            </a:r>
          </a:p>
          <a:p xmlns:a="http://schemas.openxmlformats.org/drawingml/2006/main">
            <a:r>
              <a:t>4. И снискал Иосиф благоволение в очах его и служил ему. И он поставил его над домом своим, и всё, что имел, отдал на руки его.</a:t>
            </a:r>
          </a:p>
          <a:p xmlns:a="http://schemas.openxmlformats.org/drawingml/2006/main">
            <a:r>
              <a:t>5. И с того времени, как он поставил его над домом своим и над всем, что имел, Господь благословил дом Египтянина ради Иосифа, и было благословение Господне на всём, что имел он в доме и в поле.</a:t>
            </a:r>
          </a:p>
          <a:p xmlns:a="http://schemas.openxmlformats.org/drawingml/2006/main">
            <a:r>
              <a:t>6. И оставил он всё, что имел, в руках Иосифа и не знал при нём ничего, кроме хлеба, который он ел. Иосиф же был красив станом и красив лицом.</a:t>
            </a:r>
          </a:p>
          <a:p xmlns:a="http://schemas.openxmlformats.org/drawingml/2006/main">
            <a:r>
              <a:t>7. И обратила взоры на Иосифа жена господина его и сказала: спи со мною.</a:t>
            </a:r>
          </a:p>
          <a:p xmlns:a="http://schemas.openxmlformats.org/drawingml/2006/main">
            <a:r>
              <a:t>8. Но он отказался и сказал жене господина своего: вот, господин мой не знает при мне ничего в доме, и всё, что имеет, отдал в мои руки;</a:t>
            </a:r>
          </a:p>
          <a:p xmlns:a="http://schemas.openxmlformats.org/drawingml/2006/main">
            <a:r>
              <a:t>9. нет больше меня в доме сём; и он не запретил мне ничего, кроме тебя, потому что ты жена ему; как же сделаю я сие великое зло и согрешу пред Богом?</a:t>
            </a:r>
          </a:p>
          <a:p xmlns:a="http://schemas.openxmlformats.org/drawingml/2006/main">
            <a:r>
              <a:t>10. Когда так она ежедневно говорила Иосифу, а он не слушался её, чтобы спать с нею и быть с нею,</a:t>
            </a:r>
          </a:p>
          <a:p xmlns:a="http://schemas.openxmlformats.org/drawingml/2006/main">
            <a:r>
              <a:t>11. случилось в один день, что он вошёл в дом делать дело своё, а никого из домашних тут в доме не было;</a:t>
            </a:r>
          </a:p>
          <a:p xmlns:a="http://schemas.openxmlformats.org/drawingml/2006/main">
            <a:r>
              <a:t>12. она схватила его за одежду его и сказала: ложись со мной. Но он, оставив одежду свою в руках её, побежал и выбежал вон.</a:t>
            </a:r>
          </a:p>
          <a:p xmlns:a="http://schemas.openxmlformats.org/drawingml/2006/main">
            <a:r>
              <a:t>13. Она же, увидев, что он оставил одежду свою в руках её и побежал вон,</a:t>
            </a:r>
          </a:p>
          <a:p xmlns:a="http://schemas.openxmlformats.org/drawingml/2006/main">
            <a:r>
              <a:t>14. кликнула домашних своих и сказала им так: посмотрите, он привёл к нам Еврея ругаться над нами. Он пришёл ко мне, чтобы лечь со мною, но я закричала громким голосом,</a:t>
            </a:r>
          </a:p>
          <a:p xmlns:a="http://schemas.openxmlformats.org/drawingml/2006/main">
            <a:r>
              <a:t>15. и он, услышав, что я подняла вопль и закричала, оставил у меня одежду свою, и побежал, и выбежал вон.</a:t>
            </a:r>
          </a:p>
          <a:p xmlns:a="http://schemas.openxmlformats.org/drawingml/2006/main">
            <a:r>
              <a:t>16. И оставила одежду его у себя до прихода господина его в дом свой.</a:t>
            </a:r>
          </a:p>
          <a:p xmlns:a="http://schemas.openxmlformats.org/drawingml/2006/main">
            <a:r>
              <a:t>17. И пересказала ему те же слова, говоря: раб Еврей, которого ты привёл к нам, приходил ко мне ругаться надо мною,</a:t>
            </a:r>
          </a:p>
          <a:p xmlns:a="http://schemas.openxmlformats.org/drawingml/2006/main">
            <a:r>
              <a:t>18. но, когда я подняла вопль и закричала, он оставил у меня одежду свою и убежал вон.</a:t>
            </a:r>
          </a:p>
          <a:p xmlns:a="http://schemas.openxmlformats.org/drawingml/2006/main">
            <a:r>
              <a:t>19. Когда господин его услышал слова жены своей, которые она сказала ему, говоря: «так поступил со мною раб твой», то воспылал гневом;</a:t>
            </a:r>
          </a:p>
          <a:p xmlns:a="http://schemas.openxmlformats.org/drawingml/2006/main">
            <a:r>
              <a:t>20. и взял Иосифа господин его, и отдал его в темницу, где заключены узники царя. И был он там, в темнице.</a:t>
            </a:r>
          </a:p>
          <a:p xmlns:a="http://schemas.openxmlformats.org/drawingml/2006/main">
            <a:r>
              <a:t>21. И Господь был с Иосифом, и простёр к нему милость, и даровал ему благоволение в очах начальника темницы.</a:t>
            </a:r>
          </a:p>
          <a:p xmlns:a="http://schemas.openxmlformats.org/drawingml/2006/main">
            <a:r>
              <a:t>22. И отдал начальник темницы в руки Иосифу всех узников, находившихся в темнице, и во всём, что они там ни делали, он был распорядителем.</a:t>
            </a:r>
          </a:p>
          <a:p xmlns:a="http://schemas.openxmlformats.org/drawingml/2006/main">
            <a:r>
              <a:t>23. Начальник темницы и не смотрел ни за чем, что было у него в руках, потому что Господь был с Иосифом, и во всём, что он делал, Господь давал успех.</a:t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Доверенное дело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5 мин.</a:t>
            </a:r>
          </a:p>
          <a:p xmlns:a="http://schemas.openxmlformats.org/drawingml/2006/main">
            <a:r>
              <a:t>Реплика: Сыграем доверенное дело, отказ Иосифа, уход из дома, обвинение и темницу. Рассказ продолжается после трудного выбора. Посмотрим, что сам Иосиф сделал, а что о нём сказали.</a:t>
            </a:r>
          </a:p>
          <a:p xmlns:a="http://schemas.openxmlformats.org/drawingml/2006/main">
            <a:r>
              <a:t>Как провести: Четыре роли: Иосиф, Потифар, домашний слуга, начальник темницы. Ведущий читает повествование и слова жены Потифара. Иосиф произносит отказ из ст. 9, оставляет условную верхнюю одежду и выходит. По приложению доведите сценку до ст. 23.</a:t>
            </a:r>
          </a:p>
          <a:p xmlns:a="http://schemas.openxmlformats.org/drawingml/2006/main">
            <a:r>
              <a:t>Вопрос: Наблюдаем: отказ, уход и обвинение — чьи это действия?</a:t>
            </a:r>
          </a:p>
          <a:p xmlns:a="http://schemas.openxmlformats.org/drawingml/2006/main">
            <a:r>
              <a:t>Ориентир: Иосиф отказался от зла. Обвинение исходит от жены Потифара и не делает его виновным. Глава заканчивается в темнице, где Господь с Иосифом, а начальник доверяет ему дела.</a:t>
            </a:r>
          </a:p>
          <a:p xmlns:a="http://schemas.openxmlformats.org/drawingml/2006/main">
            <a:r>
              <a:t>Ритм: 1 минута — доверие; 2 минуты — отказ и уход; 2 минуты — обвинение и темница.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 по библейскому рассказу: четыре роли участников, ведущий читает повествование и слова жены Потифара:</a:t>
            </a:r>
          </a:p>
          <a:p xmlns:a="http://schemas.openxmlformats.org/drawingml/2006/main">
            <a:r>
              <a:t>Доверие Потифара: Ведущий читает повествование Быт. 39:1–6: Иосиф продан в Египет, служит Потифару; Господь с ним. Потифар поручает ему дом и всё имущество. Потифар передаёт Иосифу условный предмет домашнего дела. Иосиф начинает заботиться о порученном, домашний слуга находится в доме. Четыре роли участников не означают, что в доме было всего четыре человека.</a:t>
            </a:r>
          </a:p>
          <a:p xmlns:a="http://schemas.openxmlformats.org/drawingml/2006/main">
            <a:r>
              <a:t>Отказ Иосифа: Ведущий рассказывает по ст. 7–10: жена Потифара предлагает Иосифу нарушить супружескую верность и повторяет предложение. Её слова читает ведущий. Иосиф напоминает о доверии хозяина и произносит слова ст. 9: «как же сделаю я сие великое зло и согрешу пред Богом?» Он не соглашается быть с нею. Сохраняем отказ и его основание.</a:t>
            </a:r>
          </a:p>
          <a:p xmlns:a="http://schemas.openxmlformats.org/drawingml/2006/main">
            <a:r>
              <a:t>Один день без домашних: Ведущий читает ст. 11–12: Иосиф вошёл делать своё дело; никого из домашних в доме не было. Домашний слуга отходит из обозначенного дома. Ведущий читает, что жена схватила одежду Иосифа, а он оставил её в её руках и выбежал. Иосиф оставляет условную верхнюю одежду и выходит. Рассказ продолжается без обсуждения.</a:t>
            </a:r>
          </a:p>
          <a:p xmlns:a="http://schemas.openxmlformats.org/drawingml/2006/main">
            <a:r>
              <a:t>Одежда и ложное обвинение: Ведущий рассказывает ст. 13–18: жена Потифара зовёт домашних и обвиняет Иосифа, сохраняя одежду до прихода мужа. Домашний слуга возвращается и слушает рассказ; затем приходит Потифар. Ведущий читает обвинение из Писания. Одежда остаётся видимой. Отмечаем, что рассказ жены противоречит уже прочитанным действиям Иосифа.</a:t>
            </a:r>
          </a:p>
          <a:p xmlns:a="http://schemas.openxmlformats.org/drawingml/2006/main">
            <a:r>
              <a:t>Гнев и темница: Ведущий читает ст. 19–20: Потифар разгневался и отдал Иосифа в темницу, где находились царские узники. Потифар направляет Иосифа к месту темницы, начальник принимает его. Иосиф не изображает признание выдуманной вины. До освобождения и возвышения рассказ этой главы ещё не дошёл.</a:t>
            </a:r>
          </a:p>
          <a:p xmlns:a="http://schemas.openxmlformats.org/drawingml/2006/main">
            <a:r>
              <a:t>Господь с Иосифом: Ведущий читает ст. 21–23: Господь был с Иосифом и даровал ему благоволение начальника темницы. Начальник доверяет Иосифу обязанности; Иосиф берёт условный предмет дела и продолжает служить. Финал — верность и Божья поддержка в темнице. Только после этого начинаем обсуждение.</a:t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Отказ Иосифа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3 мин.</a:t>
            </a:r>
          </a:p>
          <a:p xmlns:a="http://schemas.openxmlformats.org/drawingml/2006/main">
            <a:r>
              <a:t>Реплика: Почему Иосиф говорит о грехе перед Богом, хотя домашних рядом нет? Совесть помогает оценить свой поступок. Чужое обвинение может быть ложным, а страх наказания ещё не объясняет, что было правильно.</a:t>
            </a:r>
          </a:p>
          <a:p xmlns:a="http://schemas.openxmlformats.org/drawingml/2006/main">
            <a:r>
              <a:t>Как провести: После финала сценки выслушайте два ответа с опорой на ст. 8–9 и 20–23. Разделите на доске: «Мой поступок» и «Что обо мне сказали».</a:t>
            </a:r>
          </a:p>
          <a:p xmlns:a="http://schemas.openxmlformats.org/drawingml/2006/main">
            <a:r>
              <a:t>Вопрос: Стал ли отказ неправильным потому, что Иосиф оказался в темнице?</a:t>
            </a:r>
          </a:p>
          <a:p xmlns:a="http://schemas.openxmlformats.org/drawingml/2006/main">
            <a:r>
              <a:t>Ориентир: Нет. Слова и действия Иосифа сохраняют верность Богу и доверие. Последствия бывают несправедливыми. Вера поддерживает его в трудности; немедленной награды рассказ не обещает.</a:t>
            </a:r>
          </a:p>
          <a:p xmlns:a="http://schemas.openxmlformats.org/drawingml/2006/main">
            <a:r>
              <a:t>Ритм: 1 минута — два ответа; 1 минута — различие; 1 минута — вывод по тексту.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Верность в темнице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</a:t>
            </a:r>
          </a:p>
          <a:p xmlns:a="http://schemas.openxmlformats.org/drawingml/2006/main">
            <a:r>
              <a:t>Реплика: Восстановите четыре события. Найдите, где Иосиф выбирает сам, а где сталкивается с чужим поступком. Не теряйте темницу и слова о том, что Господь был с ним.</a:t>
            </a:r>
          </a:p>
          <a:p xmlns:a="http://schemas.openxmlformats.org/drawingml/2006/main">
            <a:r>
              <a:t>Как провести: Пары получают четыре перемешанные карточки со страницы 2. Собирают порядок. В двух полях отмечают выбор Иосифа и последующее несправедливое обвинение. Одна пара объясняет финал.</a:t>
            </a:r>
          </a:p>
          <a:p xmlns:a="http://schemas.openxmlformats.org/drawingml/2006/main">
            <a:r>
              <a:t>Вопрос: Что одежда доказывает в самом рассказе, а чего она не доказывает?</a:t>
            </a:r>
          </a:p>
          <a:p xmlns:a="http://schemas.openxmlformats.org/drawingml/2006/main">
            <a:r>
              <a:t>Ориентир: Одежда осталась у жены Потифара, когда Иосиф выбежал. Её наличие не делает ложный рассказ правдой. Порядок: доверие; отказ и уход; обвинение; темница и верность.</a:t>
            </a:r>
          </a:p>
          <a:p xmlns:a="http://schemas.openxmlformats.org/drawingml/2006/main">
            <a:r>
              <a:t>Ритм: 2 минуты — порядок; 1 минута — поля; 1 минута — объяснение.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Выход из дома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4 мин.</a:t>
            </a:r>
          </a:p>
          <a:p xmlns:a="http://schemas.openxmlformats.org/drawingml/2006/main">
            <a:r>
              <a:t>Реплика: Разложите шесть случаев: «Верность совести», «Нарушение», «Нужно уточнить». Ищите разрешение, чужое право и конкретное действие. Не всякая тайна плоха: у человека есть личное пространство.</a:t>
            </a:r>
          </a:p>
          <a:p xmlns:a="http://schemas.openxmlformats.org/drawingml/2006/main">
            <a:r>
              <a:t>Как провести: Пары читают условия шести карточек со страницы 4. Выбирают группу и объясняют один случай. Если сведений мало, формулируют вопрос до вывода.</a:t>
            </a:r>
          </a:p>
          <a:p xmlns:a="http://schemas.openxmlformats.org/drawingml/2006/main">
            <a:r>
              <a:t>Вопрос: Как отличить уважение к личному от попытки скрыть вред?</a:t>
            </a:r>
          </a:p>
          <a:p xmlns:a="http://schemas.openxmlformats.org/drawingml/2006/main">
            <a:r>
              <a:t>Ориентир: Закрытый личный блокнот можно беречь. Чужой блокнот нельзя читать без разрешения. Найденную вещь возвращают; разрешённые материалы берут. Скрывать своё повреждение и подменять факты — нарушение доверия.</a:t>
            </a:r>
          </a:p>
          <a:p xmlns:a="http://schemas.openxmlformats.org/drawingml/2006/main">
            <a:r>
              <a:t>Ритм: 2 минуты — сортировка; 2 минуты — два объяснения и уточнения.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Шесть случаев с условиями:</a:t>
            </a:r>
          </a:p>
          <a:p xmlns:a="http://schemas.openxmlformats.org/drawingml/2006/main">
            <a:r>
              <a:t>Найденный кошелёк: Ты нашёл кошелёк в пустом школьном коридоре и передал его учителю, чтобы найти владельца. Никто не видел находку. Что помогло выбрать этот поступок?</a:t>
            </a:r>
          </a:p>
          <a:p xmlns:a="http://schemas.openxmlformats.org/drawingml/2006/main">
            <a:r>
              <a:t>Чужой блокнот: Друг доверил тебе сумку. Ты знаешь, что блокнот внутри личный, но читаешь его без разрешения, когда друг вышел. Какое доверие нарушено?</a:t>
            </a:r>
          </a:p>
          <a:p xmlns:a="http://schemas.openxmlformats.org/drawingml/2006/main">
            <a:r>
              <a:t>Разрешённый лист: Учитель разрешил взять один лист зелёной бумаги из общего запаса. Ты взял именно один, пока рядом никого не было. Что здесь определяет разрешение?</a:t>
            </a:r>
          </a:p>
          <a:p xmlns:a="http://schemas.openxmlformats.org/drawingml/2006/main">
            <a:r>
              <a:t>Чужая фотография: Ты хочешь добавить в школьную выставку чужую фотографию. Пока не знаешь, разрешил ли это её автор. Что нужно выяснить до использования?</a:t>
            </a:r>
          </a:p>
          <a:p xmlns:a="http://schemas.openxmlformats.org/drawingml/2006/main">
            <a:r>
              <a:t>Скрытое повреждение: Ты разобрал чужой макет вопреки просьбе, повредил его и повернул так, чтобы хозяин не заметил. О чём надо сказать и какое исправление предложить?</a:t>
            </a:r>
          </a:p>
          <a:p xmlns:a="http://schemas.openxmlformats.org/drawingml/2006/main">
            <a:r>
              <a:t>Просьба о тайне: Друг просит: «Не рассказывай пока». Ты ещё не знаешь, о чём речь: о подарке, личном переживании или причинённом вреде. Что уточнить перед обещанием?</a:t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Возвращённая вещь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</a:t>
            </a:r>
          </a:p>
          <a:p xmlns:a="http://schemas.openxmlformats.org/drawingml/2006/main">
            <a:r>
              <a:t>Реплика: Попробуем ответить, когда предлагают поступить плохо или прикрыть поступок. Короткий отказ можно соединить с честным выходом: «Я этого делать не буду. Давай скажем, что произошло».</a:t>
            </a:r>
          </a:p>
          <a:p xmlns:a="http://schemas.openxmlformats.org/drawingml/2006/main">
            <a:r>
              <a:t>Как провести: Пары получают четыре фразы со страницы 3. Выбирают честную основу, улучшают опасную. Один предлагает скрыть повреждение макета, второй отказывается. Затем меняются ролями. Слушатель повторяет смысл отказа.</a:t>
            </a:r>
          </a:p>
          <a:p xmlns:a="http://schemas.openxmlformats.org/drawingml/2006/main">
            <a:r>
              <a:t>Вопрос: Что меняется, если вместо долгого спора я прекращаю участие и выбираю следующий шаг?</a:t>
            </a:r>
          </a:p>
          <a:p xmlns:a="http://schemas.openxmlformats.org/drawingml/2006/main">
            <a:r>
              <a:t>Ориентир: Можно назвать границу, отойти от давления и обратиться к взрослому. Отказ не требует унижать друга. Признание своего действия и предложение помощи сохраняют правду.</a:t>
            </a:r>
          </a:p>
          <a:p xmlns:a="http://schemas.openxmlformats.org/drawingml/2006/main">
            <a:r>
              <a:t>Ритм: 2 минуты — первая попытка; 2 минуты — смена ролей и две короткие записи.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фразы:</a:t>
            </a:r>
          </a:p>
          <a:p xmlns:a="http://schemas.openxmlformats.org/drawingml/2006/main">
            <a:r>
              <a:t>«Никто не узнает»: «Повернём макет повреждением к стене. Маша ничего не заметит». Какое своё действие эта фраза помогает скрыть?</a:t>
            </a:r>
          </a:p>
          <a:p xmlns:a="http://schemas.openxmlformats.org/drawingml/2006/main">
            <a:r>
              <a:t>«Я сделал это»: «Я снял деталь без разрешения, и она порвалась. Прости. Можно вместе исправить?» Что здесь названо честно?</a:t>
            </a:r>
          </a:p>
          <a:p xmlns:a="http://schemas.openxmlformats.org/drawingml/2006/main">
            <a:r>
              <a:t>«Я отказываюсь»: «Я не буду обвинять Машу. Давай скажем правду и попросим помочь с ремонтом». Какую границу сохраняет ответ?</a:t>
            </a:r>
          </a:p>
          <a:p xmlns:a="http://schemas.openxmlformats.org/drawingml/2006/main">
            <a:r>
              <a:t>«Мне нужна помощь»: «Я этого не делал. Помогите разобраться». Так можно ответить на ложное обвинение. Какая поддержка нужна?</a:t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Признать свой поступок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6 мин.</a:t>
            </a:r>
          </a:p>
          <a:p xmlns:a="http://schemas.openxmlformats.org/drawingml/2006/main">
            <a:r>
              <a:t>Реплика: Маша доверила Кириллу бумажный макет сада. Кирилл снял деталь без разрешения, и она порвалась. Никто этого не видел. У каждого в команде есть отдельное сведение. Услышите всех и составьте первый план.</a:t>
            </a:r>
          </a:p>
          <a:p xmlns:a="http://schemas.openxmlformats.org/drawingml/2006/main">
            <a:r>
              <a:t>Как провести: Команды по четыре читают отдельные сведения со страницы 5. Записывают факт, кому сказать и какое исправление предложить. Один представитель сообщает план. Новое предложение Дениса пока у ведущего.</a:t>
            </a:r>
          </a:p>
          <a:p xmlns:a="http://schemas.openxmlformats.org/drawingml/2006/main">
            <a:r>
              <a:t>Вопрос: Какой выбор Кирилл может сделать сейчас, когда повреждение ещё можно скрыть?</a:t>
            </a:r>
          </a:p>
          <a:p xmlns:a="http://schemas.openxmlformats.org/drawingml/2006/main">
            <a:r>
              <a:t>Ориентир: Назвать своё действие: снял деталь, хотя просили не разбирать. Сообщить Маше, спросить о ремонте и предложить помощь. Повреждение не определяет всю ценность Кирилла; скрытие добавит новый поступок.</a:t>
            </a:r>
          </a:p>
          <a:p xmlns:a="http://schemas.openxmlformats.org/drawingml/2006/main">
            <a:r>
              <a:t>Ритм: 1 минута — сведения; 3 минуты — первый план; 2 минуты — сообщение и уточнение.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командных сведения:</a:t>
            </a:r>
          </a:p>
          <a:p xmlns:a="http://schemas.openxmlformats.org/drawingml/2006/main">
            <a:r>
              <a:t>1. Что доверено: Маша сделала бумажный макет сада и попросила Кирилла перенести его на выставку: «Осторожно, ничего не разбирай». Она рассчитывает получить свой макет целым.</a:t>
            </a:r>
          </a:p>
          <a:p xmlns:a="http://schemas.openxmlformats.org/drawingml/2006/main">
            <a:r>
              <a:t>2. Что произошло: Кирилл захотел рассмотреть крепление и снял бумажную ветку без разрешения. Она порвалась. Никто не видел его действие. Сам он знает, что произошло.</a:t>
            </a:r>
          </a:p>
          <a:p xmlns:a="http://schemas.openxmlformats.org/drawingml/2006/main">
            <a:r>
              <a:t>3. Какая помощь есть: Учитель рядом и может дать зелёную бумагу и клей. Ремонт надо согласовать с Машей. Она ещё не знает о повреждении; её реакцию заранее не угадываем.</a:t>
            </a:r>
          </a:p>
          <a:p xmlns:a="http://schemas.openxmlformats.org/drawingml/2006/main">
            <a:r>
              <a:t>4. Первое предложение: Денис предлагает повернуть макет повреждением к стене: «Маша не заметит». Это скроет поступок Кирилла. Пока никто не сказал Маше о случившемся.</a:t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Четыре сведения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3 мин.</a:t>
            </a:r>
          </a:p>
          <a:p xmlns:a="http://schemas.openxmlformats.org/drawingml/2006/main">
            <a:r>
              <a:t>Реплика: Новое предложение Дениса: «Скажем, что Маша сама плохо склеила. Тогда тебя не обвинят». Что появилось в этой версии? Нужно ли теперь обвинить Машу, чтобы сохранить своё лицо?</a:t>
            </a:r>
          </a:p>
          <a:p xmlns:a="http://schemas.openxmlformats.org/drawingml/2006/main">
            <a:r>
              <a:t>Как провести: Команды сохраняют первый план и дописывают второй в последнем поле. Назовите ложное перекладывание вины и составьте отказ. Добавьте правдивую фразу Маше или учителю.</a:t>
            </a:r>
          </a:p>
          <a:p xmlns:a="http://schemas.openxmlformats.org/drawingml/2006/main">
            <a:r>
              <a:t>Вопрос: Как сохранить друга, не соглашаясь на его ложную версию?</a:t>
            </a:r>
          </a:p>
          <a:p xmlns:a="http://schemas.openxmlformats.org/drawingml/2006/main">
            <a:r>
              <a:t>Ориентир: «Я не буду обвинять Машу. Я сам снял деталь без разрешения. Давай скажем, что произошло, и попросим помочь с ремонтом». Если Денис продолжает давить, можно выйти из разговора и обратиться к учителю.</a:t>
            </a:r>
          </a:p>
          <a:p xmlns:a="http://schemas.openxmlformats.org/drawingml/2006/main">
            <a:r>
              <a:t>Ритм: 2 минуты — второй план; 1 минута — два коротких ответа.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Предложение скрыть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4 мин.</a:t>
            </a:r>
          </a:p>
          <a:p xmlns:a="http://schemas.openxmlformats.org/drawingml/2006/main">
            <a:r>
              <a:t>Реплика: Теперь скажи Маше о своём действии и предложи посильное исправление. А если обвиняют в том, чего ты не делал, можно спокойно сказать правду и попросить взрослого помочь разобраться.</a:t>
            </a:r>
          </a:p>
          <a:p xmlns:a="http://schemas.openxmlformats.org/drawingml/2006/main">
            <a:r>
              <a:t>Как провести: В парах один произносит признание Кирилла и просьбу разрешить ремонт. Второй отвечает и повторяет факты. Затем смена ролей. В конце каждый формулирует просьбу о помощи для случая ложного обвинения.</a:t>
            </a:r>
          </a:p>
          <a:p xmlns:a="http://schemas.openxmlformats.org/drawingml/2006/main">
            <a:r>
              <a:t>Вопрос: За что я отвечаю, а какую вину нельзя присваивать себе?</a:t>
            </a:r>
          </a:p>
          <a:p xmlns:a="http://schemas.openxmlformats.org/drawingml/2006/main">
            <a:r>
              <a:t>Ориентир: За своё действие: «Я снял деталь без разрешения. Прости. Можно вместе исправить?» При ложном обвинении: «Я этого не делал. Помогите разобраться». Не обещайте мгновенного восстановления доверия или немедленной награды.</a:t>
            </a:r>
          </a:p>
          <a:p xmlns:a="http://schemas.openxmlformats.org/drawingml/2006/main">
            <a:r>
              <a:t>Ритм: 2 минуты — признание в парах; 2 минуты — смена ролей и просьба о помощи.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Помощь с исправлением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</a:t>
            </a:r>
          </a:p>
          <a:p xmlns:a="http://schemas.openxmlformats.org/drawingml/2006/main">
            <a:r>
              <a:t>Реплика: Выбери настоящий или вымышленный случай. Какой поступок я могу проверить по совести? Что мне доверено? Кому сказать правду, от чего отказаться и когда сделать первый шаг?</a:t>
            </a:r>
          </a:p>
          <a:p xmlns:a="http://schemas.openxmlformats.org/drawingml/2006/main">
            <a:r>
              <a:t>Как провести: Участники заполняют шесть полей личного листа со страницы 6. Можно назвать только выбранную фразу. Затем короткая тишина и авторская молитва. Лист остаётся у подростка.</a:t>
            </a:r>
          </a:p>
          <a:p xmlns:a="http://schemas.openxmlformats.org/drawingml/2006/main">
            <a:r>
              <a:t>Вопрос: Что поможет мне действовать, даже если страшно или никто не похвалит?</a:t>
            </a:r>
          </a:p>
          <a:p xmlns:a="http://schemas.openxmlformats.org/drawingml/2006/main">
            <a:r>
              <a:t>Ориентир: Назвать конкретный поступок, сверить его с Божьей заповедью и уважением к другому, выбрать честный шаг и поддержку. Страх можно заметить и попросить помощи. Совесть не требует обвинять себя во всём подряд.</a:t>
            </a:r>
          </a:p>
          <a:p xmlns:a="http://schemas.openxmlformats.org/drawingml/2006/main">
            <a:r>
              <a:t>Ритм: 2 минуты — личный лист; 1 минута — тишина и молитва.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Авторская молитва: Господи Иисусе Христе, помоги мне хранить доверенное и выбирать добро, даже когда никто не видит. Дай мне смелость отказаться от зла, признать свой поступок и исправить то, что могу. Поддержи того, кого несправедливо обвиняют, и помоги нам обращаться за помощью. Аминь.</a:t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Личный выбор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</a:t>
            </a:r>
          </a:p>
          <a:p xmlns:a="http://schemas.openxmlformats.org/drawingml/2006/main">
            <a:r>
              <a:t>Реплика: Заверши две фразы: «Иосиф отказался, потому что…» и «Когда никто не видит, мой честный шаг…». Если кто-то давит или обвиняет ложно, к кому я обращусь?</a:t>
            </a:r>
          </a:p>
          <a:p xmlns:a="http://schemas.openxmlformats.org/drawingml/2006/main">
            <a:r>
              <a:t>Как провести: Выслушайте два коротких ответа. Каждый отмечает первый шаг и время. На следующей встрече можно добровольно рассказать о попытке и о том, какая поддержка ещё нужна.</a:t>
            </a:r>
          </a:p>
          <a:p xmlns:a="http://schemas.openxmlformats.org/drawingml/2006/main">
            <a:r>
              <a:t>Вопрос: Что история помогает помнить о Боге и собственном выборе?</a:t>
            </a:r>
          </a:p>
          <a:p xmlns:a="http://schemas.openxmlformats.org/drawingml/2006/main">
            <a:r>
              <a:t>Ориентир: Бог с Иосифом и в темнице. Верный выбор имеет смысл без аплодисментов. Честность можно соединить с исправлением и обращением за поддержкой.</a:t>
            </a:r>
          </a:p>
          <a:p xmlns:a="http://schemas.openxmlformats.org/drawingml/2006/main">
            <a:r>
              <a:t>Ритм: 1 минута — ответы; 1 минута — шаг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https://bible.by/syn/1/39/. Синодальный перевод — общественное достояние. Полное Быт. 39:1–23. Дополнительная опора учителю: https://bible.by/syn/52/2/ — Рим. 2:15, дополнительная опора учителю о совести. Современные случаи и молитва авторские. Иллюстрация: Поддержка взрослого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d0371fb0a4a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36321a0c4a40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81381f9c949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88abfcc474c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b8b77e75241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19df625197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F3FFFC7-85CE-4A32-A652-313ECCCD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2FFAE6-41BA-4901-9D00-29291E2CA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EC39AA3-B0D2-42BA-89E3-F72F08F7CD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AC58CD6-7C12-4EFC-AB34-0C30B756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93E9E7-59D8-4F60-BDCA-D306F2E78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8910BF1-5A64-44E8-B5D0-90C9253A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06D49B-E4DA-4538-BCCD-024F006FE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D9B55D3-C093-4239-B3ED-580558CAC7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FFCA9DF-9370-48FC-A6DF-36403CC7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C85D5D-77B2-4AB9-8240-FA4C06745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D98D85-A2B0-4324-9B54-6F22C8B692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56B4F8-6110-42FF-9945-6C37922C6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D5F5BC1-E8C5-4C36-8805-2A2CA1CA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3AE6E8-19F1-4DB7-BB66-81CFB9596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DC4520-F154-4B26-B599-35C5E997CB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a29e07aa084107" /><Relationship Type="http://schemas.openxmlformats.org/officeDocument/2006/relationships/slideLayout" Target="/ppt/slideLayouts/slideLayout1.xml" Id="R101295cc153d4517" /><Relationship Type="http://schemas.openxmlformats.org/officeDocument/2006/relationships/slideLayout" Target="/ppt/slideLayouts/slideLayout2.xml" Id="R1d1492ff93224dfd" /><Relationship Type="http://schemas.openxmlformats.org/officeDocument/2006/relationships/slideLayout" Target="/ppt/slideLayouts/slideLayout3.xml" Id="R002daae0369941c9" /><Relationship Type="http://schemas.openxmlformats.org/officeDocument/2006/relationships/slideLayout" Target="/ppt/slideLayouts/slideLayout4.xml" Id="R0f8464b6d6184714" /><Relationship Type="http://schemas.openxmlformats.org/officeDocument/2006/relationships/slideLayout" Target="/ppt/slideLayouts/slideLayout5.xml" Id="R54c9eb9089c64655" /><Relationship Type="http://schemas.openxmlformats.org/officeDocument/2006/relationships/slideLayout" Target="/ppt/slideLayouts/slideLayout6.xml" Id="R8b23551ceaca4a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1295cc153d4517"/>
    <p:sldLayoutId xmlns:r="http://schemas.openxmlformats.org/officeDocument/2006/relationships" id="2147483650" r:id="R1d1492ff93224dfd"/>
    <p:sldLayoutId xmlns:r="http://schemas.openxmlformats.org/officeDocument/2006/relationships" id="2147483651" r:id="R002daae0369941c9"/>
    <p:sldLayoutId xmlns:r="http://schemas.openxmlformats.org/officeDocument/2006/relationships" id="2147483652" r:id="R0f8464b6d6184714"/>
    <p:sldLayoutId xmlns:r="http://schemas.openxmlformats.org/officeDocument/2006/relationships" id="2147483653" r:id="R54c9eb9089c64655"/>
    <p:sldLayoutId xmlns:r="http://schemas.openxmlformats.org/officeDocument/2006/relationships" id="2147483654" r:id="R8b23551ceaca4a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1b6fc98c44c9b" /><Relationship Type="http://schemas.openxmlformats.org/officeDocument/2006/relationships/image" Target="/ppt/media/image.jpeg" Id="Rce3e6ffd75f6453b" /><Relationship Type="http://schemas.openxmlformats.org/officeDocument/2006/relationships/notesSlide" Target="/ppt/notesSlides/notesSlide1.xml" Id="Re5b5ddc2664a4e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7a72fed7d4398" /><Relationship Type="http://schemas.openxmlformats.org/officeDocument/2006/relationships/image" Target="/ppt/media/image2.jpeg" Id="R290a3fbf80f94a77" /><Relationship Type="http://schemas.openxmlformats.org/officeDocument/2006/relationships/notesSlide" Target="/ppt/notesSlides/notesSlide2.xml" Id="R72aa027da85049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4d18dd47454ebb" /><Relationship Type="http://schemas.openxmlformats.org/officeDocument/2006/relationships/image" Target="/ppt/media/image3.jpeg" Id="R761039068a004082" /><Relationship Type="http://schemas.openxmlformats.org/officeDocument/2006/relationships/notesSlide" Target="/ppt/notesSlides/notesSlide3.xml" Id="Ra729039234374d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393d7378c4c54" /><Relationship Type="http://schemas.openxmlformats.org/officeDocument/2006/relationships/image" Target="/ppt/media/image4.jpeg" Id="R90d4383a05ec4716" /><Relationship Type="http://schemas.openxmlformats.org/officeDocument/2006/relationships/notesSlide" Target="/ppt/notesSlides/notesSlide4.xml" Id="Rbee97bed0fe341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f421c89e7461c" /><Relationship Type="http://schemas.openxmlformats.org/officeDocument/2006/relationships/image" Target="/ppt/media/image5.jpeg" Id="R0ba4e1185a834f2f" /><Relationship Type="http://schemas.openxmlformats.org/officeDocument/2006/relationships/notesSlide" Target="/ppt/notesSlides/notesSlide5.xml" Id="R51f9b6b2be1946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df74a0af047c0" /><Relationship Type="http://schemas.openxmlformats.org/officeDocument/2006/relationships/image" Target="/ppt/media/image6.jpeg" Id="Rf35633de9672499e" /><Relationship Type="http://schemas.openxmlformats.org/officeDocument/2006/relationships/notesSlide" Target="/ppt/notesSlides/notesSlide6.xml" Id="R3903c5127d4a47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d0f1af3cf44c6" /><Relationship Type="http://schemas.openxmlformats.org/officeDocument/2006/relationships/image" Target="/ppt/media/image7.jpeg" Id="Rf860a87c864a4050" /><Relationship Type="http://schemas.openxmlformats.org/officeDocument/2006/relationships/notesSlide" Target="/ppt/notesSlides/notesSlide7.xml" Id="R69827411bb8a4c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3b96c748b4afd" /><Relationship Type="http://schemas.openxmlformats.org/officeDocument/2006/relationships/image" Target="/ppt/media/image8.jpeg" Id="Rdda38305aa714ebd" /><Relationship Type="http://schemas.openxmlformats.org/officeDocument/2006/relationships/notesSlide" Target="/ppt/notesSlides/notesSlide8.xml" Id="Rb5c87e1f3d0343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dd76fff8104e13" /><Relationship Type="http://schemas.openxmlformats.org/officeDocument/2006/relationships/image" Target="/ppt/media/image9.jpeg" Id="R47904578faef491d" /><Relationship Type="http://schemas.openxmlformats.org/officeDocument/2006/relationships/notesSlide" Target="/ppt/notesSlides/notesSlide9.xml" Id="R861520d295124f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cd1b96f4a47d6" /><Relationship Type="http://schemas.openxmlformats.org/officeDocument/2006/relationships/image" Target="/ppt/media/image10.jpeg" Id="R793e0c18437044ca" /><Relationship Type="http://schemas.openxmlformats.org/officeDocument/2006/relationships/notesSlide" Target="/ppt/notesSlides/notesSlide10.xml" Id="Rd0069145dd9740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15c9d93a246b0" /><Relationship Type="http://schemas.openxmlformats.org/officeDocument/2006/relationships/image" Target="/ppt/media/image11.jpeg" Id="R83efd0904d9d4021" /><Relationship Type="http://schemas.openxmlformats.org/officeDocument/2006/relationships/notesSlide" Target="/ppt/notesSlides/notesSlide11.xml" Id="R301b098403094d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f12a147e846a9" /><Relationship Type="http://schemas.openxmlformats.org/officeDocument/2006/relationships/image" Target="/ppt/media/image12.jpeg" Id="Re8d0b7504eea4ecf" /><Relationship Type="http://schemas.openxmlformats.org/officeDocument/2006/relationships/notesSlide" Target="/ppt/notesSlides/notesSlide12.xml" Id="R2f9e1c769be94a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e6ffd75f6453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028E9-DC34-48A3-B871-AFF90BA4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5048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Когда никто</a:t>
            </a:r>
          </a:p>
          <a:p xmlns:a="http://schemas.openxmlformats.org/drawingml/2006/main">
            <a:pPr>
              <a:def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не видит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690B0-0CD7-4429-BB78-383E984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48125"/>
            <a:ext cx="3762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Поступок и совесть</a:t>
            </a:r>
          </a:p>
          <a:p xmlns:a="http://schemas.openxmlformats.org/drawingml/2006/main">
            <a:pPr>
              <a:def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Доверие и честность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E0303-593A-47EB-AA9E-7ABD40C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12–15 лет · 45 минут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46EB1-72D0-4458-AE9E-BAABED2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Быт. 39:1–23</a:t>
            </a:r>
          </a:p>
        </p:txBody>
      </p:sp>
    </p:spTree>
    <p:extLst>
      <p:ext uri="{BB962C8B-B14F-4D97-AF65-F5344CB8AC3E}">
        <p14:creationId xmlns:p14="http://schemas.microsoft.com/office/powerpoint/2010/main" val="2121674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D2EB6-0FB7-40F7-849F-773451EF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Иосиф в доме Потифара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a3fbf80f94a77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0A12A-90F4-4680-853C-420FB542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Быт. 39:1–23.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Доверенный дом.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Отказ Иосифа.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Уход из дома.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Ложное обвинение.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Темница.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Читаем весь рассказ.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13BC8-EFD1-44E1-946B-65AB499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После всех двадцати трёх стихов сразу сценка.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3B80F-003A-40E6-AC57-37251F74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6414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50917-2AD6-44FC-8938-306843B5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Отказ и его последствия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039068a004082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85DBA-21ED-471E-8CE8-EA3383C8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«Как же сделаю я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сие великое зло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 согрешу пред Богом?»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Иосиф отказывается.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Оставляет одежду.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Выбегает из дома.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Быт. 39:9, 12.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B6D4F-88C3-4896-AC2B-0B558AA6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Четыре роли. Обсуждение после настоящего финала.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09112-F275-49C6-B9B2-E454D5A8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6700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64006-A650-4509-8A6E-A6C16942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Совесть и чужое мнение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4383a05ec4716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257D7-AA36-4A2C-8798-9EDD3B9C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поступок.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Чужое обвинение.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Иосиф поступил верно.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Его обвинили ложно.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Он оказался в темнице.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Господь был с ним.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EE0C2-9743-492E-9DEC-14A6A788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Чужое обвинение может быть ложным.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32D7C-895D-476A-B97E-13CB010D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1082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9AA2B-6AC4-41B0-8861-FEDF2AB9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Порядок истории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4e1185a834f2f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71EC6-6054-49A7-903C-BB801B90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Доверие Потифара.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Отказ и уход.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Ложное обвинение.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Темница и верность.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сделал Иосиф?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о нём сказали?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5E9AD-6B9E-40C2-A837-4251723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Четыре карточки и два поля записи.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5C283-8A6F-46FA-A9D6-024B2E9F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7513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5EFA1-36D3-4BBC-A22B-19D402F0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Поступок без свидетелей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633de9672499e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DB4C0-DCDA-49A1-B2E8-5E2B7A3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Верность совести.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Нарушение.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Нужно уточнить.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Кому принадлежит вещь?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Было ли разрешение?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Кому причинён вред?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3D18E-CCDA-4B75-8EDD-E88D3BD4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Личное пространство и скрываемый вред различаются.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75B88-1F58-4B93-A7DD-ABE08427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3366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26732-1EB8-4FBA-B45F-614FC68B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Спокойный отказ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0a87c864a4050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53169-6E78-4DB7-BCE9-4CD38691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этого делать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не буду».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снял деталь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без разрешения».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«Давай скажем правду».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Поменяйтесь ролями.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4EFC7-81ED-47CE-A0E4-E25EB93A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Короткий отказ и честный следующий шаг.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CF3E0-5573-49B6-A259-EE9DFED0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4749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669EC-D3E1-47FC-B64E-8E3CE534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Доверенный макет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38305aa714ebd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406A3-ADE5-46D8-8DF9-CA7687DD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Маша доверила макет.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Кирилл снял деталь.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Ветка порвалась.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Никто не видел.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Четыре сведения.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Кому сказать?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предложить ремонт?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34763-476E-44B8-89F3-5687553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Первый план. Услышьте все четыре сведения.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D3CFC-6ABC-4A6D-AC8F-DC219421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0436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D7EBF-2792-4112-971B-31CE4A11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Цена удобного оправдания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04578faef491d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EE3AE-3999-4BC9-B9E7-E69693FA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Денис предлагает: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«Скажем, что Маша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сама плохо склеила».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Что стало ложью?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 отказаться?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Какой второй план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сохранит правду?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A350-6370-4093-A112-81F79F3D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Сохраните первый план. Добавьте второй.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BA280-EE00-449C-9FAA-295C7B5B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2648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38FFC-C94D-4E07-A8DE-68824C2D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Признание и помощь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e0c18437044ca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298C7-CB41-4E9F-9CE9-29C38D4B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снял деталь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без разрешения.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Прости.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Можно вместе исправить?»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При ложном обвинении: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«Я этого не делал.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Помогите разобраться».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4502B-8F97-4BFC-9E33-14B8BA9B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Можно признать своё действие и попросить поддержки.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B1C48-AC21-4100-AEF8-EB7F738E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04902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A854-F0A9-4A1E-A650-A01CCBBF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честный шаг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efd0904d9d4021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A68D2-93D3-491C-BA82-B8C092A6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поступок.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Доверенное мне.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Божья заповедь.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Честный ответ.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Помощь и исправление.</a:t>
            </a:r>
          </a:p>
          <a:p xmlns:a="http://schemas.openxmlformats.org/drawingml/2006/main">
            <a:pPr>
              <a:def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Время первого шага.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2916F-33D7-4C3D-831A-177928AF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Господи, помоги мне выбрать добро без зрителей.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77C78-9050-4FA6-ACE4-108C7117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594384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9A822-42B5-4DA4-9085-8570CAE8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Верность без зрителей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0b7504eea4ecf"/>
          <a:stretch xmlns:a="http://schemas.openxmlformats.org/drawingml/2006/main"/>
        </p:blipFill>
        <p:spPr>
          <a:xfrm xmlns:a="http://schemas.openxmlformats.org/drawingml/2006/main">
            <a:off x="5429250" y="2035644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FEBBC-9295-411F-957A-13FBCB57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«Иосиф отказался,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потому что…»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«Когда никто не видит,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мой честный шаг…»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К кому я обращусь,</a:t>
            </a:r>
          </a:p>
          <a:p xmlns:a="http://schemas.openxmlformats.org/drawingml/2006/main">
            <a:pPr>
              <a:def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283F49"/>
                </a:solidFill>
                <a:latin typeface="DejaVu Sans"/>
                <a:ea typeface="DejaVu Sans"/>
                <a:cs typeface="DejaVu Sans"/>
              </a:rPr>
              <a:t>если мне нужна помощь?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0AD1C-421C-45CC-A476-3596673A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Бог с Иосифом и в темнице. Помощь можно попросить.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5AD09-5D8B-49A8-9BD6-ACFB639E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985F3C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0938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2026-10-03T20:23:33.2230000Z</dcterms:created>
  <dcterms:modified xsi:type="dcterms:W3CDTF">2026-10-03T20:23:33.2230000Z</dcterms:modified>
</coreProperties>
</file>