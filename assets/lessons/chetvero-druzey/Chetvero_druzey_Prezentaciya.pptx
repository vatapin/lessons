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692633f7842ef" /><Relationship Type="http://schemas.openxmlformats.org/officeDocument/2006/relationships/extended-properties" Target="/docProps/app.xml" Id="R76c5a789798e448f" /><Relationship Type="http://schemas.openxmlformats.org/officeDocument/2006/relationships/officeDocument" Target="/ppt/presentation.xml" Id="R1ca21250919b48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46efa21bd242e1"/>
  </p:sldMasterIdLst>
  <p:notesMasterIdLst>
    <p:notesMasterId xmlns:r="http://schemas.openxmlformats.org/officeDocument/2006/relationships" r:id="Rcbdaf1c48390441a"/>
  </p:notesMasterIdLst>
  <p:sldIdLst>
    <p:sldId xmlns:r="http://schemas.openxmlformats.org/officeDocument/2006/relationships" id="256" r:id="R68adb0e62aa049bc"/>
    <p:sldId xmlns:r="http://schemas.openxmlformats.org/officeDocument/2006/relationships" id="257" r:id="R09505f0e3847446e"/>
    <p:sldId xmlns:r="http://schemas.openxmlformats.org/officeDocument/2006/relationships" id="258" r:id="R6f8140a862d741e7"/>
    <p:sldId xmlns:r="http://schemas.openxmlformats.org/officeDocument/2006/relationships" id="259" r:id="R1e8667ca23d041e7"/>
    <p:sldId xmlns:r="http://schemas.openxmlformats.org/officeDocument/2006/relationships" id="260" r:id="R0263849f8bc94ccf"/>
    <p:sldId xmlns:r="http://schemas.openxmlformats.org/officeDocument/2006/relationships" id="261" r:id="R1fdb76abdec84c6c"/>
    <p:sldId xmlns:r="http://schemas.openxmlformats.org/officeDocument/2006/relationships" id="262" r:id="R14fbb141b7114328"/>
    <p:sldId xmlns:r="http://schemas.openxmlformats.org/officeDocument/2006/relationships" id="263" r:id="Rb8b30a00972c4b7d"/>
    <p:sldId xmlns:r="http://schemas.openxmlformats.org/officeDocument/2006/relationships" id="264" r:id="R4281d26456334a1b"/>
    <p:sldId xmlns:r="http://schemas.openxmlformats.org/officeDocument/2006/relationships" id="265" r:id="R574c537a9902426c"/>
    <p:sldId xmlns:r="http://schemas.openxmlformats.org/officeDocument/2006/relationships" id="266" r:id="R98c4c4f6f80346c9"/>
    <p:sldId xmlns:r="http://schemas.openxmlformats.org/officeDocument/2006/relationships" id="267" r:id="R272fd52fbdfd450f"/>
    <p:sldId xmlns:r="http://schemas.openxmlformats.org/officeDocument/2006/relationships" id="268" r:id="R6f88097ef46c4c79"/>
    <p:sldId xmlns:r="http://schemas.openxmlformats.org/officeDocument/2006/relationships" id="269" r:id="Rfa5e5f38369f42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45157d48c241ea" /><Relationship Type="http://schemas.openxmlformats.org/officeDocument/2006/relationships/slideMaster" Target="/ppt/slideMasters/slideMaster1.xml" Id="R2546efa21bd242e1" /><Relationship Type="http://schemas.openxmlformats.org/officeDocument/2006/relationships/notesMaster" Target="/ppt/notesMasters/notesMaster1.xml" Id="Rcbdaf1c48390441a" /><Relationship Type="http://schemas.openxmlformats.org/officeDocument/2006/relationships/presProps" Target="/ppt/presProps.xml" Id="R1662d2ee2c0a4f16" /><Relationship Type="http://schemas.openxmlformats.org/officeDocument/2006/relationships/tableStyles" Target="/ppt/tableStyles.xml" Id="R210b98eb09f34628" /><Relationship Type="http://schemas.openxmlformats.org/officeDocument/2006/relationships/slide" Target="/ppt/slides/slide1.xml" Id="R68adb0e62aa049bc" /><Relationship Type="http://schemas.openxmlformats.org/officeDocument/2006/relationships/slide" Target="/ppt/slides/slide2.xml" Id="R09505f0e3847446e" /><Relationship Type="http://schemas.openxmlformats.org/officeDocument/2006/relationships/slide" Target="/ppt/slides/slide3.xml" Id="R6f8140a862d741e7" /><Relationship Type="http://schemas.openxmlformats.org/officeDocument/2006/relationships/slide" Target="/ppt/slides/slide4.xml" Id="R1e8667ca23d041e7" /><Relationship Type="http://schemas.openxmlformats.org/officeDocument/2006/relationships/slide" Target="/ppt/slides/slide5.xml" Id="R0263849f8bc94ccf" /><Relationship Type="http://schemas.openxmlformats.org/officeDocument/2006/relationships/slide" Target="/ppt/slides/slide6.xml" Id="R1fdb76abdec84c6c" /><Relationship Type="http://schemas.openxmlformats.org/officeDocument/2006/relationships/slide" Target="/ppt/slides/slide7.xml" Id="R14fbb141b7114328" /><Relationship Type="http://schemas.openxmlformats.org/officeDocument/2006/relationships/slide" Target="/ppt/slides/slide8.xml" Id="Rb8b30a00972c4b7d" /><Relationship Type="http://schemas.openxmlformats.org/officeDocument/2006/relationships/slide" Target="/ppt/slides/slide9.xml" Id="R4281d26456334a1b" /><Relationship Type="http://schemas.openxmlformats.org/officeDocument/2006/relationships/slide" Target="/ppt/slides/slide10.xml" Id="R574c537a9902426c" /><Relationship Type="http://schemas.openxmlformats.org/officeDocument/2006/relationships/slide" Target="/ppt/slides/slide11.xml" Id="R98c4c4f6f80346c9" /><Relationship Type="http://schemas.openxmlformats.org/officeDocument/2006/relationships/slide" Target="/ppt/slides/slide12.xml" Id="R272fd52fbdfd450f" /><Relationship Type="http://schemas.openxmlformats.org/officeDocument/2006/relationships/slide" Target="/ppt/slides/slide13.xml" Id="R6f88097ef46c4c79" /><Relationship Type="http://schemas.openxmlformats.org/officeDocument/2006/relationships/slide" Target="/ppt/slides/slide14.xml" Id="Rfa5e5f38369f42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0407115cd6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5f0cc1c2549bb" /><Relationship Type="http://schemas.openxmlformats.org/officeDocument/2006/relationships/notesMaster" Target="/ppt/notesMasters/notesMaster1.xml" Id="Rfac78c68e08b48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55a13806ee49cd" /><Relationship Type="http://schemas.openxmlformats.org/officeDocument/2006/relationships/notesMaster" Target="/ppt/notesMasters/notesMaster1.xml" Id="R1a6fa2cb3b484f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13169aeb1543a5" /><Relationship Type="http://schemas.openxmlformats.org/officeDocument/2006/relationships/notesMaster" Target="/ppt/notesMasters/notesMaster1.xml" Id="Rd30aca4066ce41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7ac9732a544694" /><Relationship Type="http://schemas.openxmlformats.org/officeDocument/2006/relationships/notesMaster" Target="/ppt/notesMasters/notesMaster1.xml" Id="Rebbac6c0ec7b41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cc38bb79924502" /><Relationship Type="http://schemas.openxmlformats.org/officeDocument/2006/relationships/notesMaster" Target="/ppt/notesMasters/notesMaster1.xml" Id="Rd5e545a777db4e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1ed0a66b7944f8" /><Relationship Type="http://schemas.openxmlformats.org/officeDocument/2006/relationships/notesMaster" Target="/ppt/notesMasters/notesMaster1.xml" Id="R0ad69925175c4b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325d72dbeb424e" /><Relationship Type="http://schemas.openxmlformats.org/officeDocument/2006/relationships/notesMaster" Target="/ppt/notesMasters/notesMaster1.xml" Id="R8b0e4ab35f69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9eacc9aa4640c7" /><Relationship Type="http://schemas.openxmlformats.org/officeDocument/2006/relationships/notesMaster" Target="/ppt/notesMasters/notesMaster1.xml" Id="R9dbff1d4fce644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d934a412474fd5" /><Relationship Type="http://schemas.openxmlformats.org/officeDocument/2006/relationships/notesMaster" Target="/ppt/notesMasters/notesMaster1.xml" Id="R8b3a46860ba440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5f58dea42d4d95" /><Relationship Type="http://schemas.openxmlformats.org/officeDocument/2006/relationships/notesMaster" Target="/ppt/notesMasters/notesMaster1.xml" Id="Ra91332c5fcac43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4ef492cc0ba41e3" /><Relationship Type="http://schemas.openxmlformats.org/officeDocument/2006/relationships/notesMaster" Target="/ppt/notesMasters/notesMaster1.xml" Id="R34d0d5efeaf943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2d63696e5546b9" /><Relationship Type="http://schemas.openxmlformats.org/officeDocument/2006/relationships/notesMaster" Target="/ppt/notesMasters/notesMaster1.xml" Id="R2598c13424e045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ba6f9e01324a21" /><Relationship Type="http://schemas.openxmlformats.org/officeDocument/2006/relationships/notesMaster" Target="/ppt/notesMasters/notesMaster1.xml" Id="R3df5b152ea1d4f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942a66e4194681" /><Relationship Type="http://schemas.openxmlformats.org/officeDocument/2006/relationships/notesMaster" Target="/ppt/notesMasters/notesMaster1.xml" Id="Rd5cabbe65ca146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1 мин. Период 0–1 мин. Слайды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Сегодня познакомимся с евангельским рассказом о четырёх людях, которые помогли другому прийти к Иисусу. Сначала послушаем весь рассказ, затем покажем его в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Покажите обложку. Роли для сценки уже лежат на местах. Дети слушают вступление; предварительного опроса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Вопросов пока нет.</a:t>
            </a:r>
          </a:p>
          <a:p xmlns:a="http://schemas.openxmlformats.org/drawingml/2006/main">
            <a:r>
              <a:t>Ориентир: Участники готовы услышать рассказ.</a:t>
            </a:r>
          </a:p>
          <a:p xmlns:a="http://schemas.openxmlformats.org/drawingml/2006/main">
            <a:r>
              <a:t>Ритм: 1 минута на приветствие и переход к чтению.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3 мин. Период 1–4 мин. Слайды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 Евангелии слово «расслабленный» означает человека, который не мог ходить. Послушаем Мк. 2:1–12 целиком.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полный текст из приложения. Не прерывайте чтение вопросами. Сразу после стиха 12 пригласите участников сценки.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Вопросов до сценки нет.</a:t>
            </a:r>
          </a:p>
          <a:p xmlns:a="http://schemas.openxmlformats.org/drawingml/2006/main">
            <a:r>
              <a:t>Ориентир: Дети услышали весь рассказ, включая прощение, вопрос книжников и исцеление.</a:t>
            </a:r>
          </a:p>
          <a:p xmlns:a="http://schemas.openxmlformats.org/drawingml/2006/main">
            <a:r>
              <a:t>Ритм: Короткое пояснение слова, затем 3 минуты спокойного чтения.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текст для чтения:</a:t>
            </a:r>
          </a:p>
          <a:p xmlns:a="http://schemas.openxmlformats.org/drawingml/2006/main">
            <a:r>
              <a:t>1 Через несколько дней опять пришёл Он в Капернаум; и слышно стало, что Он в доме.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Тотчас собрались многие, так что уже и у дверей не было места; и Он говорил им слово.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И пришли к Нему с расслабленным, которого несли четверо;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и, не имея возможности приблизиться к Нему за многолюдством, раскрыли кровлю дома, где Он находился, и, прокопав её, спустили постель, на которой лежал расслабленный.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Иисус, видя веру их, говорит расслабленному: чадо! прощаются тебе грехи твои.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 Тут сидели некоторые из книжников и помышляли в сердцах своих: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7 что Он так богохульствует? кто может прощать грехи, кроме одного Бога?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8 Иисус, тотчас узнав духом Своим, что они так помышляют в себе, сказал им: для чего так помышляете в сердцах ваших?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9 Что легче? сказать ли расслабленному: «прощаются тебе грехи»? или сказать: «встань, возьми свою постель и ходи»?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Но чтобы вы знали, что Сын Человеческий имеет власть на земле прощать грехи, — говорит расслабленному: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11 тебе говорю: встань, возьми постель твою и иди в дом твой.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 Он тотчас встал и, взяв постель, вышел перед всеми, так что все изумлялись и прославляли Бога, говоря: никогда ничего такого мы не видали.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6 мин. Период 4–10 мин. Слайды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Теперь покажем то, что услышали. Четверо друзей действуют вместе. Слова Иисуса и рассказчика берём из Евангелия.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Роли: рассказчик, четверо друзей, человек на постели, Иисус, книжники и толпа. Проведите четыре эпизода по тексту сценки ниже. Зрители входят в роль толпы и произносят её последнюю фразу. Для маленькой группы рассказчик и слова Иисуса остаются у учителя, а четверо детей показывают путь по иллюстрациям.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Обсуждение начинается после последнего эпизода.</a:t>
            </a:r>
          </a:p>
          <a:p xmlns:a="http://schemas.openxmlformats.org/drawingml/2006/main">
            <a:r>
              <a:t>Ориентир: Четверо принесли человека. Иисус сначала простил его грехи, затем исцелил; люди прославили Бога.</a:t>
            </a:r>
          </a:p>
          <a:p xmlns:a="http://schemas.openxmlformats.org/drawingml/2006/main">
            <a:r>
              <a:t>Ритм: 1 мин на роли, 4 мин на сценку, 1 мин на её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Сценка:</a:t>
            </a:r>
          </a:p>
          <a:p xmlns:a="http://schemas.openxmlformats.org/drawingml/2006/main">
            <a:r>
              <a:t>Начало: Рассказчик читает стихи 1–4. Четверо друзей подходят к сидящему человеку и показывают, что хотят привести его к Иисусу. Толпа стоит у обозначенного входа. Друзья вместе указывают на крышу на рисунке 02. Спуск постели показывает рисунок; участники остаются на полу.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Прощение: Слайд 4. Рассказчик: «Иисус, видя веру их, говорит расслабленному». Исполнитель роли Иисуса: «Чадо! прощаются тебе грехи твои». Человек слушает, оставаясь на 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Мысли книжников: Рассказчик читает стихи 6–7. Книжники молчат: в Евангелии это их мысли. Исполнитель роли Иисуса читает стихи 8–10, затем: «Тебе говорю: встань, возьми постель твою и иди в дом твой».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Завершение: Слайд 5. Человек встаёт, берёт лежащую рядом сложенную ткань и проходит перед участниками. Рассказчик читает стих 12. Толпа произносит: «Никогда ничего такого мы не видали». Закончите сценку и только теперь задавайте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6 мин. Период 4–10 мин. Слайды 3–5.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Теперь покажем то, что услышали. Четверо друзей действуют вместе. Слова Иисуса и рассказчика берём из Евангелия.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Роли: рассказчик, четверо друзей, человек на постели, Иисус, книжники и толпа. Проведите четыре эпизода по тексту сценки ниже. Зрители входят в роль толпы и произносят её последнюю фразу. Для маленькой группы рассказчик и слова Иисуса остаются у учителя, а четверо детей показывают путь по иллюстрациям.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Обсуждение начинается после последнего эпизода.</a:t>
            </a:r>
          </a:p>
          <a:p xmlns:a="http://schemas.openxmlformats.org/drawingml/2006/main">
            <a:r>
              <a:t>Ориентир: Четверо принесли человека. Иисус сначала простил его грехи, затем исцелил; люди прославили Бога.</a:t>
            </a:r>
          </a:p>
          <a:p xmlns:a="http://schemas.openxmlformats.org/drawingml/2006/main">
            <a:r>
              <a:t>Ритм: 1 мин на роли, 4 мин на сценку, 1 мин на её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Сценка:</a:t>
            </a:r>
          </a:p>
          <a:p xmlns:a="http://schemas.openxmlformats.org/drawingml/2006/main">
            <a:r>
              <a:t>Начало: Рассказчик читает стихи 1–4. Четверо друзей подходят к сидящему человеку и показывают, что хотят привести его к Иисусу. Толпа стоит у обозначенного входа. Друзья вместе указывают на крышу на рисунке 02. Спуск постели показывает рисунок; участники остаются на полу.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Прощение: Слайд 4. Рассказчик: «Иисус, видя веру их, говорит расслабленному». Исполнитель роли Иисуса: «Чадо! прощаются тебе грехи твои». Человек слушает, оставаясь на 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Мысли книжников: Рассказчик читает стихи 6–7. Книжники молчат: в Евангелии это их мысли. Исполнитель роли Иисуса читает стихи 8–10, затем: «Тебе говорю: встань, возьми постель твою и иди в дом твой».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Завершение: Слайд 5. Человек встаёт, берёт лежащую рядом сложенную ткань и проходит перед участниками. Рассказчик читает стих 12. Толпа произносит: «Никогда ничего такого мы не видали». Закончите сценку и только теперь задавайте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 Период 10–13 мин. Слайды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Вспомним действия друзей и слова Иисуса. Что друзья смогли сделать для человека? Что совершил Христос?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В парах обсудите 30 секунд, затем выслушайте несколько ответов. Вернитесь к словам «видя веру их». Уточните, зачем в рассказе нужен разговор с книжниками.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Иисус сказал прежде, чем человек встал? Что исцеление показывает о Его власти?</a:t>
            </a:r>
          </a:p>
          <a:p xmlns:a="http://schemas.openxmlformats.org/drawingml/2006/main">
            <a:r>
              <a:t>Ориентир: Он объявил прощение грехов. Исцеление подтверждает, что Сын Человеческий имеет власть прощать грехи. Друзья помогли прийти к Нему.</a:t>
            </a:r>
          </a:p>
          <a:p xmlns:a="http://schemas.openxmlformats.org/drawingml/2006/main">
            <a:r>
              <a:t>Ритм: 30 сек в парах, 2 мин ответов, 30 сек вывода.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Сценка:</a:t>
            </a:r>
          </a:p>
          <a:p xmlns:a="http://schemas.openxmlformats.org/drawingml/2006/main">
            <a:r>
              <a:t>Начало: Рассказчик читает стихи 1–4. Четверо друзей подходят к сидящему человеку и показывают, что хотят привести его к Иисусу. Толпа стоит у обозначенного входа. Друзья вместе указывают на крышу на рисунке 02. Спуск постели показывает рисунок; участники остаются на полу.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Прощение: Слайд 4. Рассказчик: «Иисус, видя веру их, говорит расслабленному». Исполнитель роли Иисуса: «Чадо! прощаются тебе грехи твои». Человек слушает, оставаясь на 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Мысли книжников: Рассказчик читает стихи 6–7. Книжники молчат: в Евангелии это их мысли. Исполнитель роли Иисуса читает стихи 8–10, затем: «Тебе говорю: встань, возьми постель твою и иди в дом твой».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Завершение: Слайд 5. Человек встаёт, берёт лежащую рядом сложенную ткань и проходит перед участниками. Рассказчик читает стих 12. Толпа произносит: «Никогда ничего такого мы не видали». Закончите сценку и только теперь задавайте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 Период 13–17 мин. Слайды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 каждой пары четыре картинки. Расположите события по порядку и объясните, по каким словам Евангелия вы это поняли.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перемешанные карточки со страницы 2. Один участник раскладывает, второй объясняет; на следующей карточке меняются. После общего разбора учитель называет правильный порядок.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Когда человек услышал слова о прощении: до того, как встал, или после?</a:t>
            </a:r>
          </a:p>
          <a:p xmlns:a="http://schemas.openxmlformats.org/drawingml/2006/main">
            <a:r>
              <a:t>Ориентир: Принесли к дому; спустили через крышу; Иисус объявил прощение; человек встал с постелью. Прощение было прежде исцеления.</a:t>
            </a:r>
          </a:p>
          <a:p xmlns:a="http://schemas.openxmlformats.org/drawingml/2006/main">
            <a:r>
              <a:t>Ритм: 2 мин на порядок, 1 мин на объяснение, 1 мин на разбор.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7 мин. Период 17–24 мин. Слайды 7–8.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Саша пропустил встречу и хочет играть с нами. У каждого в команде есть одна часть информации. Расскажите её друг другу, чтобы составить общий план.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Команды по четыре человека получают по одной разной карточке со страницы 3. Каждый читает свою, остальные слушают. Команда заполняет общий лист: что предложить, кто что делает, как проверить результат. Во второй половине этапа покажите слайд 8. Одна команда объясняет план, учитель отвечает от имени Саши: «Я ещё не понял, когда мой ход». Команда уточняет помощь. Если число участников не делится на четыре, двое читают одну карточку вместе или один читает две по очереди.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вклад внёс каждый? Как узнать, что помощь действительно подошла?</a:t>
            </a:r>
          </a:p>
          <a:p xmlns:a="http://schemas.openxmlformats.org/drawingml/2006/main">
            <a:r>
              <a:t>Ориентир: Узнать желание, коротко показать ход, дать Саше попробовать самому и спросить, понятно ли. В план входят все четыре условия; подходят разные распределения работы.</a:t>
            </a:r>
          </a:p>
          <a:p xmlns:a="http://schemas.openxmlformats.org/drawingml/2006/main">
            <a:r>
              <a:t>Ритм: 1 мин на карточки, 2 мин на обмен, 2 мин на план, 2 мин на проверку и доработку.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7 мин. Период 17–24 мин. Слайды 7–8.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Саша пропустил встречу и хочет играть с нами. У каждого в команде есть одна часть информации. Расскажите её друг другу, чтобы составить общий план.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Команды по четыре человека получают по одной разной карточке со страницы 3. Каждый читает свою, остальные слушают. Команда заполняет общий лист: что предложить, кто что делает, как проверить результат. Во второй половине этапа покажите слайд 8. Одна команда объясняет план, учитель отвечает от имени Саши: «Я ещё не понял, когда мой ход». Команда уточняет помощь. Если число участников не делится на четыре, двое читают одну карточку вместе или один читает две по очереди.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вклад внёс каждый? Как узнать, что помощь действительно подошла?</a:t>
            </a:r>
          </a:p>
          <a:p xmlns:a="http://schemas.openxmlformats.org/drawingml/2006/main">
            <a:r>
              <a:t>Ориентир: Узнать желание, коротко показать ход, дать Саше попробовать самому и спросить, понятно ли. В план входят все четыре условия; подходят разные распределения работы.</a:t>
            </a:r>
          </a:p>
          <a:p xmlns:a="http://schemas.openxmlformats.org/drawingml/2006/main">
            <a:r>
              <a:t>Ритм: 1 мин на карточки, 2 мин на обмен, 2 мин на план, 2 мин на проверку и доработку.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 Период 24–28 мин. Слайды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Рассмотрим современную картинку. Друг хочет участвовать в игре, но ему неудобно тянуться к фишкам. Как начать разговор?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Пары составляют приглашение и вопрос об удобстве. Один отвечает от имени героя: «Хочу сам передвигать свою фишку». Второй предлагает подходящее изменение. Затем поменяйтесь ролями.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сохранить для друга возможность делать свой ход самому?</a:t>
            </a:r>
          </a:p>
          <a:p xmlns:a="http://schemas.openxmlformats.org/drawingml/2006/main">
            <a:r>
              <a:t>Ориентир: Например: «Хочешь с нами? Как расположить игру, чтобы тебе было удобно?» Можно передвинуть поле ближе или выбрать другое место, уточнив ответ друга.</a:t>
            </a:r>
          </a:p>
          <a:p xmlns:a="http://schemas.openxmlformats.org/drawingml/2006/main">
            <a:r>
              <a:t>Ритм: 1 мин на картинку, 2 мин на разговоры со сменой ролей, 1 мин на 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 Период 28–32 мин. Слайды 10–11.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 помощи бывают разные задачи. Выберите одну ситуацию, придумайте первую фразу и конкретное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каждой паре одну карточку со страницы 4. На слайде 10 обсудите пропущенный урок, на слайде 11 — рассыпавшиеся рисунки. Пара предлагает два способа и выбирает один, объясняя свой выбор. Примите разные решения, если они учитывают ответ героя.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изменишь, если человек скажет: «Это мне не подходит»?</a:t>
            </a:r>
          </a:p>
          <a:p xmlns:a="http://schemas.openxmlformats.org/drawingml/2006/main">
            <a:r>
              <a:t>Ориентир: Спросить, что требуется, предложить другой вариант. Лёше можно объяснить один пример, Вере — помочь собрать листы после её согласия. Если нужен взрослый, обратиться к нему вместе.</a:t>
            </a:r>
          </a:p>
          <a:p xmlns:a="http://schemas.openxmlformats.org/drawingml/2006/main">
            <a:r>
              <a:t>Ритм: 1 мин на случай, 2 мин на варианты, 1 мин на общий разбор.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 Период 28–32 мин. Слайды 10–11.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 помощи бывают разные задачи. Выберите одну ситуацию, придумайте первую фразу и конкретное действие.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каждой паре одну карточку со страницы 4. На слайде 10 обсудите пропущенный урок, на слайде 11 — рассыпавшиеся рисунки. Пара предлагает два способа и выбирает один, объясняя свой выбор. Примите разные решения, если они учитывают ответ героя.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изменишь, если человек скажет: «Это мне не подходит»?</a:t>
            </a:r>
          </a:p>
          <a:p xmlns:a="http://schemas.openxmlformats.org/drawingml/2006/main">
            <a:r>
              <a:t>Ориентир: Спросить, что требуется, предложить другой вариант. Лёше можно объяснить один пример, Вере — помочь собрать листы после её согласия. Если нужен взрослый, обратиться к нему вместе.</a:t>
            </a:r>
          </a:p>
          <a:p xmlns:a="http://schemas.openxmlformats.org/drawingml/2006/main">
            <a:r>
              <a:t>Ритм: 1 мин на случай, 2 мин на варианты, 1 мин на общий разбор.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5 мин. Период 32–37 мин. Слайды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Сейчас помощь начинается с разговора. Один предлагает, другой объясняет, что ему нужно. После ответа попробуйте уточнить своё предложение.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Используйте страницу 5. Партнёр А говорит: «Хочешь, я помогу? Что именно нужно?» Партнёр Б отвечает конкретно: «Покажи начало, дальше попробую сам» либо «Спасибо, сейчас хочу попробовать сам». А подстраивает предложение. Через минуту смените роли и ситуацию. После каждого разговора слушатель повторяет, какую помощь услышал.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твоя фраза изменилась после ответа друга?</a:t>
            </a:r>
          </a:p>
          <a:p xmlns:a="http://schemas.openxmlformats.org/drawingml/2006/main">
            <a:r>
              <a:t>Ориентир: Ребёнок услышал пожелание и уточнил помощь. На ответ «пока не нужно» можно сказать: «Хорошо, если понадобится, я рядом».</a:t>
            </a:r>
          </a:p>
          <a:p xmlns:a="http://schemas.openxmlformats.org/drawingml/2006/main">
            <a:r>
              <a:t>Ритм: 1 мин на пример, по 1 мин на два разговора, 2 мин на проверку и обратную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 Период 37–40 мин. Слайды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Друзья принесли человека ко Христу. Мы можем обращаться к Нему с молитвой о тех, кому трудно, и продолжать заботиться о 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Предложите подумать о человеке, которому нужна поддержка, без обязательного называния имени. Прочитайте пример молитвы: «Господи Иисусе Христе, помоги моему другу. Дай мне внимание и терпение, чтобы быть рядом и делать добро. Аминь». Затем короткая тишина. Можно молча слушать.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Какое дело может стать продолжением нашей молитвы?</a:t>
            </a:r>
          </a:p>
          <a:p xmlns:a="http://schemas.openxmlformats.org/drawingml/2006/main">
            <a:r>
              <a:t>Ориентир: Навестить, выслушать, пригласить, объяснить трудное, попросить взрослого о нужной помощи. Конкретный исход болезни мы не обещаем.</a:t>
            </a:r>
          </a:p>
          <a:p xmlns:a="http://schemas.openxmlformats.org/drawingml/2006/main">
            <a:r>
              <a:t>Ритм: 1 мин на размышление, 1 мин на молитву, 1 мин на связь с действием.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 Период 40–43 мин. Слайды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Выбери одно посильное дело. Запиши, кому предложишь помощь, что сначала спросишь и когда сделаешь первый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страницу 6 каждому. Можно выбрать реальный случай или продолжить историю Саши. Дети заполняют личный лист; желающие читают одну фразу. Лист остаётся у ребёнка. На следующем занятии спросите, удалось ли предложить помощь и что пришлось изменить.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 чему ты поймёшь, что помощь подошла?</a:t>
            </a:r>
          </a:p>
          <a:p xmlns:a="http://schemas.openxmlformats.org/drawingml/2006/main">
            <a:r>
              <a:t>Ориентир: У человека есть возможность сказать, что нужно. Ребёнок может назвать конкретное действие, срок и способ проверки.</a:t>
            </a:r>
          </a:p>
          <a:p xmlns:a="http://schemas.openxmlformats.org/drawingml/2006/main">
            <a:r>
              <a:t>Ритм: 2 мин на лист, 1 мин на уточнение своего первого шага.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Завершение, 43–45 мин. Ответь на два коротких вопроса: что совершил Иисус в рассказе и с какой фразы ты начнёшь помощь другу?</a:t>
            </a:r>
          </a:p>
          <a:p xmlns:a="http://schemas.openxmlformats.org/drawingml/2006/main">
            <a:r>
              <a:t>Каждый отвечает партнёру. Выслушайте два-три ответа вслух. Напомните: друзья привели человека к Иисусу; Христос простил и исцелил. Сохраните личный план для продолжения на следующей встрече.</a:t>
            </a:r>
          </a:p>
          <a:p xmlns:a="http://schemas.openxmlformats.org/drawingml/2006/main">
            <a:r>
              <a:t>Выслушаем человека и изменим способ. Итог включает смысл евангельского рассказа и понятную фразу помощи.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Мк. 2:1–12, Синодальный перевод, https://bible.by/syn/41/2/ . На рисунках 01 и 02 ровно четыре друга; человек на постели отдельно. Другие библейские иллюстрации показывают фрагменты. Христос объявляет прощение до исцеления. Современные персонажи и ситуации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26aa4076774ab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263ebc61b4e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78649abf4e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c9d1fe35f4b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0cb4ca8584c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9657be6c746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BC7922D-70FD-4BAE-89FE-1AB97CDB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E9DE55-F02D-4D75-A6A2-3F33217FBA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1219371-582C-4F83-A20D-D13F38F96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51265B7-B5EF-466E-8CCB-AC4BDDBC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48140D-9C01-43EF-8569-DB217BF10F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95D1122-DF5C-45DC-B06D-2771B91A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C0D2653-5AD5-468D-9069-EFE215432E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A940030-A2A8-4CDE-B826-363602F1B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FD3514-BCAA-43C3-B66A-786AF5DA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C892F7-8102-4C12-B3C5-98B824BFB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8000CF-D75B-4B51-A539-CA0301346B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428FC0C-9527-4EC2-8FAF-877C0B9D5F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7A3330A-05E9-42D5-AD33-A8802531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521852-C40A-4A6A-81E7-7F98D0B1D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97EA78-F62E-4B17-85BD-8D3FEAF1C9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d239024f78483d" /><Relationship Type="http://schemas.openxmlformats.org/officeDocument/2006/relationships/slideLayout" Target="/ppt/slideLayouts/slideLayout1.xml" Id="R685947ad3afe467f" /><Relationship Type="http://schemas.openxmlformats.org/officeDocument/2006/relationships/slideLayout" Target="/ppt/slideLayouts/slideLayout2.xml" Id="Rb17b5f63542141ee" /><Relationship Type="http://schemas.openxmlformats.org/officeDocument/2006/relationships/slideLayout" Target="/ppt/slideLayouts/slideLayout3.xml" Id="Raa261d3d05814958" /><Relationship Type="http://schemas.openxmlformats.org/officeDocument/2006/relationships/slideLayout" Target="/ppt/slideLayouts/slideLayout4.xml" Id="R7350e1bfbc434c16" /><Relationship Type="http://schemas.openxmlformats.org/officeDocument/2006/relationships/slideLayout" Target="/ppt/slideLayouts/slideLayout5.xml" Id="R817d371ff13d44eb" /><Relationship Type="http://schemas.openxmlformats.org/officeDocument/2006/relationships/slideLayout" Target="/ppt/slideLayouts/slideLayout6.xml" Id="R2ed4d34cf35a48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5947ad3afe467f"/>
    <p:sldLayoutId xmlns:r="http://schemas.openxmlformats.org/officeDocument/2006/relationships" id="2147483650" r:id="Rb17b5f63542141ee"/>
    <p:sldLayoutId xmlns:r="http://schemas.openxmlformats.org/officeDocument/2006/relationships" id="2147483651" r:id="Raa261d3d05814958"/>
    <p:sldLayoutId xmlns:r="http://schemas.openxmlformats.org/officeDocument/2006/relationships" id="2147483652" r:id="R7350e1bfbc434c16"/>
    <p:sldLayoutId xmlns:r="http://schemas.openxmlformats.org/officeDocument/2006/relationships" id="2147483653" r:id="R817d371ff13d44eb"/>
    <p:sldLayoutId xmlns:r="http://schemas.openxmlformats.org/officeDocument/2006/relationships" id="2147483654" r:id="R2ed4d34cf35a48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3aa4a04634e90" /><Relationship Type="http://schemas.openxmlformats.org/officeDocument/2006/relationships/image" Target="/ppt/media/image.jpeg" Id="R1124f0e11a984829" /><Relationship Type="http://schemas.openxmlformats.org/officeDocument/2006/relationships/notesSlide" Target="/ppt/notesSlides/notesSlide1.xml" Id="R92f1528efb84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3ab4d4e44a4418" /><Relationship Type="http://schemas.openxmlformats.org/officeDocument/2006/relationships/image" Target="/ppt/media/image2.jpeg" Id="Re7bdb605d506411b" /><Relationship Type="http://schemas.openxmlformats.org/officeDocument/2006/relationships/notesSlide" Target="/ppt/notesSlides/notesSlide2.xml" Id="R5f403a80620d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414f2785c4b96" /><Relationship Type="http://schemas.openxmlformats.org/officeDocument/2006/relationships/image" Target="/ppt/media/image3.jpeg" Id="R330e774a96bb4150" /><Relationship Type="http://schemas.openxmlformats.org/officeDocument/2006/relationships/notesSlide" Target="/ppt/notesSlides/notesSlide3.xml" Id="R5d02679871d94b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d45c364c4540ee" /><Relationship Type="http://schemas.openxmlformats.org/officeDocument/2006/relationships/image" Target="/ppt/media/image4.jpeg" Id="R91d091a2b7c643a7" /><Relationship Type="http://schemas.openxmlformats.org/officeDocument/2006/relationships/notesSlide" Target="/ppt/notesSlides/notesSlide4.xml" Id="R6e46e231bb8848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5bcde235554ffe" /><Relationship Type="http://schemas.openxmlformats.org/officeDocument/2006/relationships/image" Target="/ppt/media/image5.jpeg" Id="R7e6e7d096a8a44cd" /><Relationship Type="http://schemas.openxmlformats.org/officeDocument/2006/relationships/notesSlide" Target="/ppt/notesSlides/notesSlide5.xml" Id="R33cdb7341b5d45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03c3d6c8b7472c" /><Relationship Type="http://schemas.openxmlformats.org/officeDocument/2006/relationships/image" Target="/ppt/media/image6.jpeg" Id="Rb65e9d32073946de" /><Relationship Type="http://schemas.openxmlformats.org/officeDocument/2006/relationships/notesSlide" Target="/ppt/notesSlides/notesSlide6.xml" Id="R18e93778bd2c4f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3e1aeba0ee439b" /><Relationship Type="http://schemas.openxmlformats.org/officeDocument/2006/relationships/image" Target="/ppt/media/image7.jpeg" Id="R192fa5731097477a" /><Relationship Type="http://schemas.openxmlformats.org/officeDocument/2006/relationships/notesSlide" Target="/ppt/notesSlides/notesSlide7.xml" Id="Rca7815ba8afd46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fdab1373d493c" /><Relationship Type="http://schemas.openxmlformats.org/officeDocument/2006/relationships/image" Target="/ppt/media/image8.jpeg" Id="Ref6d414744304c84" /><Relationship Type="http://schemas.openxmlformats.org/officeDocument/2006/relationships/notesSlide" Target="/ppt/notesSlides/notesSlide8.xml" Id="Ra06b1427b53c44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1ca4e093cb4ddf" /><Relationship Type="http://schemas.openxmlformats.org/officeDocument/2006/relationships/image" Target="/ppt/media/image9.jpeg" Id="R82d8e8bea591457e" /><Relationship Type="http://schemas.openxmlformats.org/officeDocument/2006/relationships/notesSlide" Target="/ppt/notesSlides/notesSlide9.xml" Id="R10683375ed7740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508e2424e4b73" /><Relationship Type="http://schemas.openxmlformats.org/officeDocument/2006/relationships/image" Target="/ppt/media/image10.jpeg" Id="Rf5158e2c83934285" /><Relationship Type="http://schemas.openxmlformats.org/officeDocument/2006/relationships/notesSlide" Target="/ppt/notesSlides/notesSlide10.xml" Id="Rbdb24a919abe41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574b0c5d654879" /><Relationship Type="http://schemas.openxmlformats.org/officeDocument/2006/relationships/image" Target="/ppt/media/image11.jpeg" Id="Rbc2f373339134dbb" /><Relationship Type="http://schemas.openxmlformats.org/officeDocument/2006/relationships/notesSlide" Target="/ppt/notesSlides/notesSlide11.xml" Id="R4bbd399c309a43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9e34a8f114a38" /><Relationship Type="http://schemas.openxmlformats.org/officeDocument/2006/relationships/image" Target="/ppt/media/image12.jpeg" Id="R1be35d169120403a" /><Relationship Type="http://schemas.openxmlformats.org/officeDocument/2006/relationships/notesSlide" Target="/ppt/notesSlides/notesSlide12.xml" Id="Rb0504649e38a43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d7c83fd87a49b7" /><Relationship Type="http://schemas.openxmlformats.org/officeDocument/2006/relationships/image" Target="/ppt/media/image13.jpeg" Id="R8391a54ddc6a4976" /><Relationship Type="http://schemas.openxmlformats.org/officeDocument/2006/relationships/notesSlide" Target="/ppt/notesSlides/notesSlide13.xml" Id="Rdd9689fa022541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8065a0ac846ac" /><Relationship Type="http://schemas.openxmlformats.org/officeDocument/2006/relationships/image" Target="/ppt/media/image14.jpeg" Id="R7adc720035fa4ecb" /><Relationship Type="http://schemas.openxmlformats.org/officeDocument/2006/relationships/notesSlide" Target="/ppt/notesSlides/notesSlide14.xml" Id="R2a8d0fdc9e374b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4f0e11a98482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A488897F-DA2C-4976-BB31-57EDAB0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619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Четверо</a:t>
            </a:r>
          </a:p>
          <a:p xmlns:a="http://schemas.openxmlformats.org/drawingml/2006/main">
            <a:pPr>
              <a:defRPr sz="495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друзей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222EBAB-414C-479D-9B61-48366B8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9–11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BCB38C5-EE64-44BA-894A-EF5339B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Мк. 2:1–12</a:t>
            </a:r>
          </a:p>
        </p:txBody>
      </p:sp>
    </p:spTree>
    <p:extLst>
      <p:ext uri="{BB962C8B-B14F-4D97-AF65-F5344CB8AC3E}">
        <p14:creationId xmlns:p14="http://schemas.microsoft.com/office/powerpoint/2010/main" val="10774473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1AC04D1-B201-4831-B22C-0F152CE1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Евангельский рассказ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db605d506411b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0656D58-5DBA-4C59-99F5-A4116F37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Мк. 2:1–12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Слушаем весь рассказ.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Затем покажем его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в сценке.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C7298B0-E7A7-4575-B1B6-A702D190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8559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E31B78-3C37-4ADC-A39A-FBB7631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Дом переполнен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e774a96bb4150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8790B29-6176-410A-BF92-457A1CED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Четверо друзей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спускают постель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через крышу.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Мк. 2:1–4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0CA3F5A-30F5-4DDE-A47A-FE11A879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932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50F31CFA-692D-492B-828C-91B1A5BE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Слова о прощении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091a2b7c643a7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BEA4BF1-75AB-402A-9D84-BFB9C27E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«Чадо! прощаются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тебе грехи твои».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Мк. 2:5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Человек ещё лежит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на постели.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12CF391-051C-47DD-A0DF-3507BA1F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5024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3622A26-E8E5-471C-AA20-0D76BDB2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Исцеление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e7d096a8a44cd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E83DF7A-62F6-4907-A817-8AD52F7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Человек встал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и взял постель.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Что сделали друзья?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Что совершил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Христос?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3D52795-C8EC-4ACC-816D-FCECFA5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Мк. 2:11–12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30218F4-628B-4388-BDEF-7D84F66F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8628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259C205-5A18-4157-8530-6C42B5EA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События по порядку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e9d32073946de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A74FD8A-1CD0-499A-BB3C-781BAFD4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Четыре события.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Что было сначала?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Когда прозвучали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слова о прощении?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E24DF49-EF4B-4452-9C22-DBF441A2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0116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E19D412-2D92-4734-86BA-840D8FA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Четыре части одного дела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fa5731097477a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820DA7F-8A11-48D1-84C4-23F81C68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У каждого своя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часть информации.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Как подготовить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игру для Саши?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A50084A-75A3-4DD7-88DF-565EA89F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Сначала выслушаем каждого.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60DDAEA-126C-4CAA-AEEA-60DB0A2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62160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8AF159D-5232-4208-A3DE-6C3BD216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Проверка общего плана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d414744304c84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1925E90-1502-42DA-B0C0-BEA06998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«Я ещё не понял,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когда мой ход».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Что изменим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в нашем плане?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4E6A51F-9984-4F14-85FB-C690E12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План проверяем у того, кому помогаем.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365D675-1564-47E5-9E39-177E917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5713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94FFC44-3EA2-4152-97C6-2CA7901C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Участие в общей игре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8e8bea591457e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8871AE4-651A-4DB3-BDA6-976FA1D1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«Хочешь с нами?»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«Как расположить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игру, чтобы тебе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было удобно?»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AD47B1F-1218-41E1-ACA1-AF0A05D2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78351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746AABA9-EB1E-4540-BCB7-057957E3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Помощь после пропуска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58e2c83934285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BEF649D-E5BE-42D1-8435-1FD04EE4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Лёша пропустил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урок.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Как помочь ему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понять задание?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9D7FAD1-A491-4CD3-BF7F-FE21312A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2765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62D9104-340B-40CF-8AA6-71653887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Помощь в обычном дне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f373339134dbb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C26C375-6057-47CD-8399-FF8EC69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У Веры рассыпались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рисунки.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Что скажешь?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Какую помощь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предложишь?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FC4BDE2-5E33-4577-9D76-05AB9284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11052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987CFEC-AA29-42DE-B4C8-67C40AD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Разговор с другом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35d169120403a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0022847-A4F2-4E0F-8FEC-91EE2C9F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Один предлагает.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Другой отвечает.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Как изменится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помощь после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ответа друга?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8FA0DC8-4B44-436C-8421-5A210867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Затем меняемся ролями.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B300598-C0F5-490C-A758-CD99FCD3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5787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53B46F6-B80A-4629-95FA-F69B7941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Молитва о друзьях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1a54ddc6a4976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924A795-096E-47C6-9AED-EFDDB217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Господи Иисусе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Христе, помоги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моему другу.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Дай мне внимание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и терпение, чтобы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делать добро.</a:t>
            </a:r>
          </a:p>
          <a:p xmlns:a="http://schemas.openxmlformats.org/drawingml/2006/main">
            <a:pPr>
              <a:def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Аминь.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1CF6248-33EC-4E86-8CDE-B19E57D5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Пример короткой молитвы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53BB58A-D5B0-4F1E-980E-62A2C2B1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9539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7C533613-D102-4B3A-B01A-F9BAB581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Мой шаг на неделю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c720035fa4ecb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0B48456-3DBE-4AD8-A30F-CAEF84A8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Кому предложу?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Что спрошу?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Когда начну?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Как узнаю, что</a:t>
            </a:r>
          </a:p>
          <a:p xmlns:a="http://schemas.openxmlformats.org/drawingml/2006/main">
            <a:pPr>
              <a:def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253B32"/>
                </a:solidFill>
                <a:latin typeface="DejaVu Sans"/>
                <a:ea typeface="DejaVu Sans"/>
                <a:cs typeface="DejaVu Sans"/>
              </a:rPr>
              <a:t>помощь подошла?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FF1CCB4-7960-49B1-83DF-09643FFC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Личный лист остаётся у тебя.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E1972FF-85FA-4E52-B433-D0FDD50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36B5E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4190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2026-10-02T21:14:13.7600000Z</dcterms:created>
  <dcterms:modified xsi:type="dcterms:W3CDTF">2026-10-02T21:14:13.7600000Z</dcterms:modified>
</coreProperties>
</file>