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f7fe4f3bed41d2" /><Relationship Type="http://schemas.openxmlformats.org/officeDocument/2006/relationships/extended-properties" Target="/docProps/app.xml" Id="R1061211560c240a2" /><Relationship Type="http://schemas.openxmlformats.org/officeDocument/2006/relationships/officeDocument" Target="/ppt/presentation.xml" Id="R96b5ebac80bc4f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341fe663b24a65"/>
  </p:sldMasterIdLst>
  <p:notesMasterIdLst>
    <p:notesMasterId xmlns:r="http://schemas.openxmlformats.org/officeDocument/2006/relationships" r:id="R3ff176e2b30f47c1"/>
  </p:notesMasterIdLst>
  <p:sldIdLst>
    <p:sldId xmlns:r="http://schemas.openxmlformats.org/officeDocument/2006/relationships" id="256" r:id="R63c6dc52c6844108"/>
    <p:sldId xmlns:r="http://schemas.openxmlformats.org/officeDocument/2006/relationships" id="257" r:id="R2bb4032d0d79463c"/>
    <p:sldId xmlns:r="http://schemas.openxmlformats.org/officeDocument/2006/relationships" id="258" r:id="R44fa7f38f1114856"/>
    <p:sldId xmlns:r="http://schemas.openxmlformats.org/officeDocument/2006/relationships" id="259" r:id="R9ca61579d6ca4db3"/>
    <p:sldId xmlns:r="http://schemas.openxmlformats.org/officeDocument/2006/relationships" id="260" r:id="Rf5530d9f15c84185"/>
    <p:sldId xmlns:r="http://schemas.openxmlformats.org/officeDocument/2006/relationships" id="261" r:id="R4ad4ece962d4499a"/>
    <p:sldId xmlns:r="http://schemas.openxmlformats.org/officeDocument/2006/relationships" id="262" r:id="R37c64294e4e14c5e"/>
    <p:sldId xmlns:r="http://schemas.openxmlformats.org/officeDocument/2006/relationships" id="263" r:id="Rcae06e8f7ca04075"/>
    <p:sldId xmlns:r="http://schemas.openxmlformats.org/officeDocument/2006/relationships" id="264" r:id="R6b2f4833a2f54afb"/>
    <p:sldId xmlns:r="http://schemas.openxmlformats.org/officeDocument/2006/relationships" id="265" r:id="Rea5c7de095e1448c"/>
    <p:sldId xmlns:r="http://schemas.openxmlformats.org/officeDocument/2006/relationships" id="266" r:id="R424f42acd1b14bee"/>
    <p:sldId xmlns:r="http://schemas.openxmlformats.org/officeDocument/2006/relationships" id="267" r:id="R783fabb322174d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9f4a3ec06c4581" /><Relationship Type="http://schemas.openxmlformats.org/officeDocument/2006/relationships/slideMaster" Target="/ppt/slideMasters/slideMaster1.xml" Id="Rdd341fe663b24a65" /><Relationship Type="http://schemas.openxmlformats.org/officeDocument/2006/relationships/notesMaster" Target="/ppt/notesMasters/notesMaster1.xml" Id="R3ff176e2b30f47c1" /><Relationship Type="http://schemas.openxmlformats.org/officeDocument/2006/relationships/presProps" Target="/ppt/presProps.xml" Id="R465b4cd41600419a" /><Relationship Type="http://schemas.openxmlformats.org/officeDocument/2006/relationships/tableStyles" Target="/ppt/tableStyles.xml" Id="Rd877e8b8ecd64c1d" /><Relationship Type="http://schemas.openxmlformats.org/officeDocument/2006/relationships/slide" Target="/ppt/slides/slide1.xml" Id="R63c6dc52c6844108" /><Relationship Type="http://schemas.openxmlformats.org/officeDocument/2006/relationships/slide" Target="/ppt/slides/slide2.xml" Id="R2bb4032d0d79463c" /><Relationship Type="http://schemas.openxmlformats.org/officeDocument/2006/relationships/slide" Target="/ppt/slides/slide3.xml" Id="R44fa7f38f1114856" /><Relationship Type="http://schemas.openxmlformats.org/officeDocument/2006/relationships/slide" Target="/ppt/slides/slide4.xml" Id="R9ca61579d6ca4db3" /><Relationship Type="http://schemas.openxmlformats.org/officeDocument/2006/relationships/slide" Target="/ppt/slides/slide5.xml" Id="Rf5530d9f15c84185" /><Relationship Type="http://schemas.openxmlformats.org/officeDocument/2006/relationships/slide" Target="/ppt/slides/slide6.xml" Id="R4ad4ece962d4499a" /><Relationship Type="http://schemas.openxmlformats.org/officeDocument/2006/relationships/slide" Target="/ppt/slides/slide7.xml" Id="R37c64294e4e14c5e" /><Relationship Type="http://schemas.openxmlformats.org/officeDocument/2006/relationships/slide" Target="/ppt/slides/slide8.xml" Id="Rcae06e8f7ca04075" /><Relationship Type="http://schemas.openxmlformats.org/officeDocument/2006/relationships/slide" Target="/ppt/slides/slide9.xml" Id="R6b2f4833a2f54afb" /><Relationship Type="http://schemas.openxmlformats.org/officeDocument/2006/relationships/slide" Target="/ppt/slides/slide10.xml" Id="Rea5c7de095e1448c" /><Relationship Type="http://schemas.openxmlformats.org/officeDocument/2006/relationships/slide" Target="/ppt/slides/slide11.xml" Id="R424f42acd1b14bee" /><Relationship Type="http://schemas.openxmlformats.org/officeDocument/2006/relationships/slide" Target="/ppt/slides/slide12.xml" Id="R783fabb32217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8d819564b43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1fe84e1cd24616" /><Relationship Type="http://schemas.openxmlformats.org/officeDocument/2006/relationships/notesMaster" Target="/ppt/notesMasters/notesMaster1.xml" Id="R0bbfca5cf5ca4f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e4ee1b7fa04bee" /><Relationship Type="http://schemas.openxmlformats.org/officeDocument/2006/relationships/notesMaster" Target="/ppt/notesMasters/notesMaster1.xml" Id="Re4dbfb695b104f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4e7f9bbd1a4255" /><Relationship Type="http://schemas.openxmlformats.org/officeDocument/2006/relationships/notesMaster" Target="/ppt/notesMasters/notesMaster1.xml" Id="Rf1d31828600a4d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64cb0000074d23" /><Relationship Type="http://schemas.openxmlformats.org/officeDocument/2006/relationships/notesMaster" Target="/ppt/notesMasters/notesMaster1.xml" Id="R6076416d55b14e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fd719646fe4e17" /><Relationship Type="http://schemas.openxmlformats.org/officeDocument/2006/relationships/notesMaster" Target="/ppt/notesMasters/notesMaster1.xml" Id="R8920634bddee40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c4bad75c7e400c" /><Relationship Type="http://schemas.openxmlformats.org/officeDocument/2006/relationships/notesMaster" Target="/ppt/notesMasters/notesMaster1.xml" Id="R0f6a08b80e244f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18ef7db1834c33" /><Relationship Type="http://schemas.openxmlformats.org/officeDocument/2006/relationships/notesMaster" Target="/ppt/notesMasters/notesMaster1.xml" Id="R17f9fc07fdc141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25f5adc0194196" /><Relationship Type="http://schemas.openxmlformats.org/officeDocument/2006/relationships/notesMaster" Target="/ppt/notesMasters/notesMaster1.xml" Id="R35c201427ef44f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0a99436fcc434b" /><Relationship Type="http://schemas.openxmlformats.org/officeDocument/2006/relationships/notesMaster" Target="/ppt/notesMasters/notesMaster1.xml" Id="Rc1194019cf3844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8783ac9a754f07" /><Relationship Type="http://schemas.openxmlformats.org/officeDocument/2006/relationships/notesMaster" Target="/ppt/notesMasters/notesMaster1.xml" Id="R078de151446341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f4eb4168b9402b" /><Relationship Type="http://schemas.openxmlformats.org/officeDocument/2006/relationships/notesMaster" Target="/ppt/notesMasters/notesMaster1.xml" Id="Raf4ab14a84d446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613a9c8b46457b" /><Relationship Type="http://schemas.openxmlformats.org/officeDocument/2006/relationships/notesMaster" Target="/ppt/notesMasters/notesMaster1.xml" Id="R7c8ea82ecab141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3 мин.</a:t>
            </a:r>
          </a:p>
          <a:p xmlns:a="http://schemas.openxmlformats.org/drawingml/2006/main">
            <a:r>
              <a:t>Участники: Назвать факт на картинке без объяснения мотивов.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Скажите: «Предположение можно высказать, но будем отличать его от наблюдения».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Можно ли узнать характер по одному моменту?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Один видимый эпизод не даёт всей картины.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images/01.png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4 мин.</a:t>
            </a:r>
          </a:p>
          <a:p xmlns:a="http://schemas.openxmlformats.org/drawingml/2006/main">
            <a:r>
              <a:t>Участники: Выбрать первое объяснение и отметить уверенность.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Запишите распределение ответов без имён. Все варианты — предположения; правильного ответа сейчас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Каких сведений нам не хватает?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Первое впечатление может оказаться неполным.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Варианты: Ему всё равно / Он не понял задание / Ему сейчас трудно / Пока не знаю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4 мин.</a:t>
            </a:r>
          </a:p>
          <a:p xmlns:a="http://schemas.openxmlformats.org/drawingml/2006/main">
            <a:r>
              <a:t>Участники: Разделить три высказывания: факт, версия, ярлык.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Покажите изображение. Подчеркните, что «всегда» и оценка личности выходят за пределы видимого.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Какая фраза требует дополнительных сведений?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Факт описывает действие, версия объясняет, ярлык судит человека.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images/02.png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4 мин.</a:t>
            </a:r>
          </a:p>
          <a:p xmlns:a="http://schemas.openxmlformats.org/drawingml/2006/main">
            <a:r>
              <a:t>Участники: Объяснить образы своими словами.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Прочитайте отрывок целиком. Это образная речь о чужой и собственной неправде, не медицинский сюжет.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Иисус сначала говорит о собственном бревне?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Помощь ближнему начинается с честного взгляда на себя.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</a:t>
            </a:r>
          </a:p>
          <a:p xmlns:a="http://schemas.openxmlformats.org/drawingml/2006/main">
            <a:r>
              <a:t>Участники: Повторить выбор со слайда 2 и сравнить уверенность.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Поясните: это вымышленная история. Он мог не понять задание или переживать трудность, но точный мотив не задан.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Какие выводы теперь стоит пересмотреть?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Новая информация может изменить первую версию.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Варианты: Ему всё равно / Он не понял задание / Ему сейчас трудно / Пока не знаю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images/03.png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5 мин.</a:t>
            </a:r>
          </a:p>
          <a:p xmlns:a="http://schemas.openxmlformats.org/drawingml/2006/main">
            <a:r>
              <a:t>Участники: Придумать для вымышленного героя пример собственной поспешности.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Личный пример необязателен. Спросите, что герой может исправить в своём способе разговора.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помогает увидеть свою ошибку?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Самоанализ снижает лицемерие и помогает говорить бережнее.</a:t>
            </a:r>
          </a:p>
          <a:p xmlns:a="http://schemas.openxmlformats.org/drawingml/2006/main">
            <a:r>
              <a:t>Личный ответ необязателен и не публикуется.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4 мин.</a:t>
            </a:r>
          </a:p>
          <a:p xmlns:a="http://schemas.openxmlformats.org/drawingml/2006/main">
            <a:r>
              <a:t>Участники: Сравнить ярлык и описание проверяемого факта.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Обсудите, что описание факта не отменяет договорённостей и ответственности.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С какой фразой легче начать решение?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 конкретном поведении можно говорить без приговора личности.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Ориентиры: Твоя часть не готова. Что случилось и что успеем сделать?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4 мин.</a:t>
            </a:r>
          </a:p>
          <a:p xmlns:a="http://schemas.openxmlformats.org/drawingml/2006/main">
            <a:r>
              <a:t>Участники: Предложить защитное действие без оскорбления участников.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Уточните: не поддерживать травлю, поддержать пострадавшего, обратиться к взрослому. Не требуйте терпеть ради «не судить».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защитить человека и не добавлять унижения?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Отказ от осуждения не мешает остановить вред.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Варианты: Присоединиться / Поддержать пострадавшего и позвать взрослого / Терпеть любые действия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4 мин.</a:t>
            </a:r>
          </a:p>
          <a:p xmlns:a="http://schemas.openxmlformats.org/drawingml/2006/main">
            <a:r>
              <a:t>Участники: Составить вопрос без скрытого обвинения.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Сравните с «Почему тебе опять всё равно?» Обсудите, как вопрос может содержать готовый приговор.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Есть ли у человека пространство ответить?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Открытый вопрос даёт шанс услышать реальную историю.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4 мин.</a:t>
            </a:r>
          </a:p>
          <a:p xmlns:a="http://schemas.openxmlformats.org/drawingml/2006/main">
            <a:r>
              <a:t>Участники: В паре разыграть вопрос, ответ и договорённость.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Один отвечает «не понял задание», другой «не успел». После объяснения остаётся задача договориться о работе.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совместить понимание и ответственность?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Мы можем слушать человека и обсуждать конкретный следующий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images/04.png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3 мин.</a:t>
            </a:r>
          </a:p>
          <a:p xmlns:a="http://schemas.openxmlformats.org/drawingml/2006/main">
            <a:r>
              <a:t>Участники: Переформулировать фразу, добавив факт и вопрос.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Примите несколько формулировок. Проверьте, нет ли в них «всегда», «никогда» и чтения мыслей.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Можно ли проверить нашу новую фразу?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Факт и вопрос помогают начать честный разговор.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Ориентиры: В файле удалён абзац. Ты знаешь, что произошло?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</a:t>
            </a:r>
          </a:p>
          <a:p xmlns:a="http://schemas.openxmlformats.org/drawingml/2006/main">
            <a:r>
              <a:t>Участники: Назвать, что изменилось между первым и повторным выбором.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Вернитесь к Мф. 7:5. По желанию помолитесь о смирении и мудрости помогать ближнему.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Чему учит образ бревна перед помощью брату?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Ясный взгляд на себя помогает бережно и честно относиться к другому.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56580db2f4a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e76e784cc41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aad35e40e44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cd055f0664c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ab0071dc44e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8332357334f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B5D2D9C-8E28-4829-8DB5-0EE76B9B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972355-318F-4A0E-862F-CE1B38F8F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4942B46-FA18-45B8-B39B-64F129E9AA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204A9D4-ACC1-4B85-8DDF-3E2CF4C4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0324F7-EEE1-42D6-827E-400EE9BED9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AED26F5-A70A-4316-9B03-9435FA6C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52A37E-DACC-4C94-8752-642C4E155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C1FF5AF-86F1-4E5C-A2D7-5733C6A04F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7286361-EAAE-41E3-8941-7D7A0ECD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A50AC28-269D-4DE4-8E76-5678420D2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3A78F3-EDAC-47C3-B2BF-493C1D0C8C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90262E-5E69-446C-B1CA-610C5D3E01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93001E2-CE8E-41DB-ACC8-E2FC4EF6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5A016D-87E4-4F7C-B8F4-63B1CEF32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A7C869-118D-47D6-9F82-AFC81AE171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210a45fac24d17" /><Relationship Type="http://schemas.openxmlformats.org/officeDocument/2006/relationships/slideLayout" Target="/ppt/slideLayouts/slideLayout1.xml" Id="Rf478910f7e404553" /><Relationship Type="http://schemas.openxmlformats.org/officeDocument/2006/relationships/slideLayout" Target="/ppt/slideLayouts/slideLayout2.xml" Id="Re43364c8bfbe41b3" /><Relationship Type="http://schemas.openxmlformats.org/officeDocument/2006/relationships/slideLayout" Target="/ppt/slideLayouts/slideLayout3.xml" Id="R600cf739d73e4042" /><Relationship Type="http://schemas.openxmlformats.org/officeDocument/2006/relationships/slideLayout" Target="/ppt/slideLayouts/slideLayout4.xml" Id="R842889a16e964a92" /><Relationship Type="http://schemas.openxmlformats.org/officeDocument/2006/relationships/slideLayout" Target="/ppt/slideLayouts/slideLayout5.xml" Id="R186d2d8c636b407b" /><Relationship Type="http://schemas.openxmlformats.org/officeDocument/2006/relationships/slideLayout" Target="/ppt/slideLayouts/slideLayout6.xml" Id="R1acbaae00c6941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78910f7e404553"/>
    <p:sldLayoutId xmlns:r="http://schemas.openxmlformats.org/officeDocument/2006/relationships" id="2147483650" r:id="Re43364c8bfbe41b3"/>
    <p:sldLayoutId xmlns:r="http://schemas.openxmlformats.org/officeDocument/2006/relationships" id="2147483651" r:id="R600cf739d73e4042"/>
    <p:sldLayoutId xmlns:r="http://schemas.openxmlformats.org/officeDocument/2006/relationships" id="2147483652" r:id="R842889a16e964a92"/>
    <p:sldLayoutId xmlns:r="http://schemas.openxmlformats.org/officeDocument/2006/relationships" id="2147483653" r:id="R186d2d8c636b407b"/>
    <p:sldLayoutId xmlns:r="http://schemas.openxmlformats.org/officeDocument/2006/relationships" id="2147483654" r:id="R1acbaae00c6941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33b15c8c24809" /><Relationship Type="http://schemas.openxmlformats.org/officeDocument/2006/relationships/image" Target="/ppt/media/image.png" Id="R1cd4cb99406043ae" /><Relationship Type="http://schemas.openxmlformats.org/officeDocument/2006/relationships/notesSlide" Target="/ppt/notesSlides/notesSlide1.xml" Id="Re4a1df1aa0f349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7f5de922ae486b" /><Relationship Type="http://schemas.openxmlformats.org/officeDocument/2006/relationships/notesSlide" Target="/ppt/notesSlides/notesSlide2.xml" Id="R626ced36ce514d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beb799685472e" /><Relationship Type="http://schemas.openxmlformats.org/officeDocument/2006/relationships/image" Target="/ppt/media/image2.png" Id="R022cf39eb0a24545" /><Relationship Type="http://schemas.openxmlformats.org/officeDocument/2006/relationships/notesSlide" Target="/ppt/notesSlides/notesSlide3.xml" Id="R25f279f849a04a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e94c0ee3114aed" /><Relationship Type="http://schemas.openxmlformats.org/officeDocument/2006/relationships/notesSlide" Target="/ppt/notesSlides/notesSlide4.xml" Id="R089a2be192d942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14391ce694c39" /><Relationship Type="http://schemas.openxmlformats.org/officeDocument/2006/relationships/image" Target="/ppt/media/image3.png" Id="Rdf5b286d3f544e0a" /><Relationship Type="http://schemas.openxmlformats.org/officeDocument/2006/relationships/notesSlide" Target="/ppt/notesSlides/notesSlide5.xml" Id="Re32af6ede67f48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1b0e3780a541aa" /><Relationship Type="http://schemas.openxmlformats.org/officeDocument/2006/relationships/notesSlide" Target="/ppt/notesSlides/notesSlide6.xml" Id="R347db07b876149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cd2a09b74417d" /><Relationship Type="http://schemas.openxmlformats.org/officeDocument/2006/relationships/notesSlide" Target="/ppt/notesSlides/notesSlide7.xml" Id="Ra3b2a88d28594d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da6abb2ca4728" /><Relationship Type="http://schemas.openxmlformats.org/officeDocument/2006/relationships/notesSlide" Target="/ppt/notesSlides/notesSlide8.xml" Id="Rc02592dd307a4d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717db8a5c94d1b" /><Relationship Type="http://schemas.openxmlformats.org/officeDocument/2006/relationships/notesSlide" Target="/ppt/notesSlides/notesSlide9.xml" Id="R5735a26d5f6143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5a61167cce4224" /><Relationship Type="http://schemas.openxmlformats.org/officeDocument/2006/relationships/image" Target="/ppt/media/image4.png" Id="R80a4b5afd9784ef4" /><Relationship Type="http://schemas.openxmlformats.org/officeDocument/2006/relationships/notesSlide" Target="/ppt/notesSlides/notesSlide10.xml" Id="Rac5e4533c3a840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5e0128b5f4ac1" /><Relationship Type="http://schemas.openxmlformats.org/officeDocument/2006/relationships/notesSlide" Target="/ppt/notesSlides/notesSlide11.xml" Id="Raa66d14472634d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02f6eab1f246e5" /><Relationship Type="http://schemas.openxmlformats.org/officeDocument/2006/relationships/notesSlide" Target="/ppt/notesSlides/notesSlide12.xml" Id="Refc5f83b5c7142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4cb99406043a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704AC9B9-7609-4F3C-A60F-29484383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Не спеши</a:t>
            </a:r>
          </a:p>
          <a:p xmlns:a="http://schemas.openxmlformats.org/drawingml/2006/main">
            <a:pPr>
              <a:defRPr sz="40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судить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AD1A8A2-1D78-418E-A97E-608C9F4D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13–15 лет   45 минут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30A349B-7C7E-41A5-8161-235116BA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2423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B1D3536-9E50-43B7-A6AB-D6281D65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Первое впечатление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EE6EB28-2998-41F0-804F-CD598886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Ученик не включился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 общую работу.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D60252B-2499-4523-80D4-5AFA9B30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А. Ему всё равно</a:t>
            </a:r>
          </a:p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Б. Он не понял задание</a:t>
            </a:r>
          </a:p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В. Ему сейчас трудно</a:t>
            </a:r>
          </a:p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Г. Пока не знаю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D87B4AD-F4CA-4A07-851F-0EC61063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2225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746DF70-AA1E-4590-8553-1021DF0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Видимое и додуманное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cf39eb0a24545"/>
          <a:stretch xmlns:a="http://schemas.openxmlformats.org/drawingml/2006/main"/>
        </p:blipFill>
        <p:spPr>
          <a:xfrm xmlns:a="http://schemas.openxmlformats.org/drawingml/2006/main">
            <a:off x="5562600" y="2030306"/>
            <a:ext cx="6019800" cy="3387938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754B646-54E7-4314-88C8-01565EDF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667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Он сидит отдельно.</a:t>
            </a:r>
          </a:p>
          <a:p xmlns:a="http://schemas.openxmlformats.org/drawingml/2006/main">
            <a:pPr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Он не хочет помогать.</a:t>
            </a:r>
          </a:p>
          <a:p xmlns:a="http://schemas.openxmlformats.org/drawingml/2006/main">
            <a:pPr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Он всегда эгоист.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31BCEE6-6AE4-41A9-9723-43A3827D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5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Какая фраза требует дополнительных сведений?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5BC7EA-FBF9-4AFC-9D22-20F208B2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4639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06EC443-4579-47CD-A813-92AEFD0D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Сучок и бревно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F31D082-9394-4C0B-807E-9DFD7A4B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«Вынь прежде бревно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из твоего глаза».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Мф. 7:1–5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8C65A56-D44E-4779-B8E0-74EADB12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Почему Иисус сначала говорит о собственном бревне?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5B578FE-7966-4903-AC8C-03DAA791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2335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F2F3A5C-79BE-4066-95BF-6E53B317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Появился контекст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b286d3f544e0a"/>
          <a:stretch xmlns:a="http://schemas.openxmlformats.org/drawingml/2006/main"/>
        </p:blipFill>
        <p:spPr>
          <a:xfrm xmlns:a="http://schemas.openxmlformats.org/drawingml/2006/main">
            <a:off x="5562600" y="2030306"/>
            <a:ext cx="6019800" cy="3387938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98453A18-3098-411E-9CCF-ED762204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667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Он просит учителя помочь.</a:t>
            </a:r>
          </a:p>
          <a:p xmlns:a="http://schemas.openxmlformats.org/drawingml/2006/main">
            <a:pPr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Мы всё ещё не знаем</a:t>
            </a:r>
          </a:p>
          <a:p xmlns:a="http://schemas.openxmlformats.org/drawingml/2006/main">
            <a:pPr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полной истории.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BBA556E-E2C9-4D78-8AA2-78795383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66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А. Ему всё равно</a:t>
            </a:r>
          </a:p>
          <a:p xmlns:a="http://schemas.openxmlformats.org/drawingml/2006/main">
            <a:pPr>
              <a:def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Б. Он не понял задание</a:t>
            </a:r>
          </a:p>
          <a:p xmlns:a="http://schemas.openxmlformats.org/drawingml/2006/main">
            <a:pPr>
              <a:def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В. Ему сейчас трудно</a:t>
            </a:r>
          </a:p>
          <a:p xmlns:a="http://schemas.openxmlformats.org/drawingml/2006/main">
            <a:pPr>
              <a:def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Г. Пока не знаю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EDFF797-D602-4E43-A1D1-F51758C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5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Какие выводы теперь стоит пересмотреть?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4F6E84B-7E7D-452C-98B5-EF5B1536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5818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DE88D315-E2D0-4238-A050-F0299650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Моё бревно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A9A663-5490-4061-867A-FE678E81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Я тоже иногда делаю выводы,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не задав вопроса.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1102E5D-6A25-4ACE-A0B1-B901405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Что помогает увидеть свою ошибку?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3DDE8E1-09B5-40AE-9DBE-67C7E09A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1677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6D5B6F16-7227-4E5F-810E-FC767A9B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Поступок и человек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55E609C-B94D-4287-98F5-ADEB511A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«Ты лентяй».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«Твоя часть пока не готова».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5485939-3064-4C53-995C-E68818CD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С какой фразой легче начать решение?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183F438-B99E-4B64-9B47-501B4CA2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1044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7BA1E28-D9E7-463B-A0E5-C2773401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Когда действие опасно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A79F35F-22E5-41DC-B0AD-6A9EF88B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 чате травят ученика.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Можно ли назвать это вредом?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D853D90-F0D8-4A52-9E25-2FD7D77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А. Присоединиться</a:t>
            </a:r>
          </a:p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Б. Поддержать пострадавшего и позвать взрослого</a:t>
            </a:r>
          </a:p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В. Терпеть любые действия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9C9D472-0778-4270-952B-C8C3D93F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82309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C947DB9A-4B63-4302-89E9-531AD0E9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Вопрос до вывода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51D8E77-A8D9-4C02-ACF5-6A24ABF9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«Что случилось?»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«Я правильно понял?»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«Какая помощь нужна?»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EDDBBB-9ABD-4C90-89C5-FB9639BC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Есть ли у человека пространство ответить?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9627BED-5F79-4E89-8301-AADF77D4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424244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8903547-6CB2-4FB7-939E-462DD17E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Разговор после урока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4b5afd9784ef4"/>
          <a:stretch xmlns:a="http://schemas.openxmlformats.org/drawingml/2006/main"/>
        </p:blipFill>
        <p:spPr>
          <a:xfrm xmlns:a="http://schemas.openxmlformats.org/drawingml/2006/main">
            <a:off x="5562600" y="2030306"/>
            <a:ext cx="6019800" cy="3387938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48242CC6-7886-4FD3-A1F8-B16CA451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667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«Я заметил, что работа не готова.</a:t>
            </a:r>
          </a:p>
          <a:p xmlns:a="http://schemas.openxmlformats.org/drawingml/2006/main">
            <a:pPr>
              <a:def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произошло?»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EA6EB09-6985-4026-9B4C-273EE58F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5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Как совместить понимание и ответственность?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4B83016-F3F4-43E5-9A21-374EC860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8079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4F995AD-7166-4078-B759-C948BEAD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Переписать ярлык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05662E0-952B-4488-9C0A-4C38F23C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«Она всегда всё портит».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Как сказать о конкретном случае?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2A6166-E2FA-464F-938C-5E757074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Можно ли проверить нашу новую фразу?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B3D94B0-B847-4A8E-B14B-0F807A51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6668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8485273E-087F-494D-AA1E-740B5D6C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Внимательный взгляд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86867A-8D6F-4B84-8B7C-2E0FDEB9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Я могу проверить факт,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заметить свою ошибку</a:t>
            </a:r>
          </a:p>
          <a:p xmlns:a="http://schemas.openxmlformats.org/drawingml/2006/main">
            <a:pPr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 задать вопрос.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D8C444C-D73C-489D-B487-31CF1D32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Чему учит образ бревна перед помощью брату?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331741B-38D5-4FB9-8C79-1DCF3B6D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25100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2026-10-01T21:21:48.5610000Z</dcterms:created>
  <dcterms:modified xsi:type="dcterms:W3CDTF">2026-10-01T21:21:48.5610000Z</dcterms:modified>
</coreProperties>
</file>