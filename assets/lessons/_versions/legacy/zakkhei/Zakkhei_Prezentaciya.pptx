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13cb35f41c42d8" /><Relationship Type="http://schemas.openxmlformats.org/officeDocument/2006/relationships/extended-properties" Target="/docProps/app.xml" Id="Rde758062071641bc" /><Relationship Type="http://schemas.openxmlformats.org/officeDocument/2006/relationships/officeDocument" Target="/ppt/presentation.xml" Id="R27bdb03c934547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4271b2ff7f47be"/>
  </p:sldMasterIdLst>
  <p:notesMasterIdLst>
    <p:notesMasterId xmlns:r="http://schemas.openxmlformats.org/officeDocument/2006/relationships" r:id="Rb3876fb3dedb480b"/>
  </p:notesMasterIdLst>
  <p:sldIdLst>
    <p:sldId xmlns:r="http://schemas.openxmlformats.org/officeDocument/2006/relationships" id="256" r:id="Rf0306d968dc54364"/>
    <p:sldId xmlns:r="http://schemas.openxmlformats.org/officeDocument/2006/relationships" id="257" r:id="R6682f900d86d4ba7"/>
    <p:sldId xmlns:r="http://schemas.openxmlformats.org/officeDocument/2006/relationships" id="258" r:id="R3db0a8f920e7401c"/>
    <p:sldId xmlns:r="http://schemas.openxmlformats.org/officeDocument/2006/relationships" id="259" r:id="Rbe5139f6d8964df2"/>
    <p:sldId xmlns:r="http://schemas.openxmlformats.org/officeDocument/2006/relationships" id="260" r:id="Rd782572c60f14ff1"/>
    <p:sldId xmlns:r="http://schemas.openxmlformats.org/officeDocument/2006/relationships" id="261" r:id="R69b60cc5ba394982"/>
    <p:sldId xmlns:r="http://schemas.openxmlformats.org/officeDocument/2006/relationships" id="262" r:id="R9636c358f4104cbf"/>
    <p:sldId xmlns:r="http://schemas.openxmlformats.org/officeDocument/2006/relationships" id="263" r:id="Rfb2970f82b5b440a"/>
    <p:sldId xmlns:r="http://schemas.openxmlformats.org/officeDocument/2006/relationships" id="264" r:id="R724e37c69ff24780"/>
    <p:sldId xmlns:r="http://schemas.openxmlformats.org/officeDocument/2006/relationships" id="265" r:id="Re13201b6f8bc461b"/>
    <p:sldId xmlns:r="http://schemas.openxmlformats.org/officeDocument/2006/relationships" id="266" r:id="Rfa7476547b5c4e88"/>
    <p:sldId xmlns:r="http://schemas.openxmlformats.org/officeDocument/2006/relationships" id="267" r:id="Ra14b5867f43f4a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0b0721f3f4bfa" /><Relationship Type="http://schemas.openxmlformats.org/officeDocument/2006/relationships/slideMaster" Target="/ppt/slideMasters/slideMaster1.xml" Id="Re94271b2ff7f47be" /><Relationship Type="http://schemas.openxmlformats.org/officeDocument/2006/relationships/notesMaster" Target="/ppt/notesMasters/notesMaster1.xml" Id="Rb3876fb3dedb480b" /><Relationship Type="http://schemas.openxmlformats.org/officeDocument/2006/relationships/presProps" Target="/ppt/presProps.xml" Id="R8e3fa383425d4def" /><Relationship Type="http://schemas.openxmlformats.org/officeDocument/2006/relationships/tableStyles" Target="/ppt/tableStyles.xml" Id="Rf0d777633b4b43bd" /><Relationship Type="http://schemas.openxmlformats.org/officeDocument/2006/relationships/slide" Target="/ppt/slides/slide1.xml" Id="Rf0306d968dc54364" /><Relationship Type="http://schemas.openxmlformats.org/officeDocument/2006/relationships/slide" Target="/ppt/slides/slide2.xml" Id="R6682f900d86d4ba7" /><Relationship Type="http://schemas.openxmlformats.org/officeDocument/2006/relationships/slide" Target="/ppt/slides/slide3.xml" Id="R3db0a8f920e7401c" /><Relationship Type="http://schemas.openxmlformats.org/officeDocument/2006/relationships/slide" Target="/ppt/slides/slide4.xml" Id="Rbe5139f6d8964df2" /><Relationship Type="http://schemas.openxmlformats.org/officeDocument/2006/relationships/slide" Target="/ppt/slides/slide5.xml" Id="Rd782572c60f14ff1" /><Relationship Type="http://schemas.openxmlformats.org/officeDocument/2006/relationships/slide" Target="/ppt/slides/slide6.xml" Id="R69b60cc5ba394982" /><Relationship Type="http://schemas.openxmlformats.org/officeDocument/2006/relationships/slide" Target="/ppt/slides/slide7.xml" Id="R9636c358f4104cbf" /><Relationship Type="http://schemas.openxmlformats.org/officeDocument/2006/relationships/slide" Target="/ppt/slides/slide8.xml" Id="Rfb2970f82b5b440a" /><Relationship Type="http://schemas.openxmlformats.org/officeDocument/2006/relationships/slide" Target="/ppt/slides/slide9.xml" Id="R724e37c69ff24780" /><Relationship Type="http://schemas.openxmlformats.org/officeDocument/2006/relationships/slide" Target="/ppt/slides/slide10.xml" Id="Re13201b6f8bc461b" /><Relationship Type="http://schemas.openxmlformats.org/officeDocument/2006/relationships/slide" Target="/ppt/slides/slide11.xml" Id="Rfa7476547b5c4e88" /><Relationship Type="http://schemas.openxmlformats.org/officeDocument/2006/relationships/slide" Target="/ppt/slides/slide12.xml" Id="Ra14b5867f43f4a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9e9d773324a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ed9a90b1e464a" /><Relationship Type="http://schemas.openxmlformats.org/officeDocument/2006/relationships/notesMaster" Target="/ppt/notesMasters/notesMaster1.xml" Id="R75b18f4c949941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6e2c68df14e33" /><Relationship Type="http://schemas.openxmlformats.org/officeDocument/2006/relationships/notesMaster" Target="/ppt/notesMasters/notesMaster1.xml" Id="Rc83f8aef69a8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8e036f6e8a4949" /><Relationship Type="http://schemas.openxmlformats.org/officeDocument/2006/relationships/notesMaster" Target="/ppt/notesMasters/notesMaster1.xml" Id="R19f2b17477444a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fd84a7c25845f5" /><Relationship Type="http://schemas.openxmlformats.org/officeDocument/2006/relationships/notesMaster" Target="/ppt/notesMasters/notesMaster1.xml" Id="R5f05dc74d92047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3b77d22c5948be" /><Relationship Type="http://schemas.openxmlformats.org/officeDocument/2006/relationships/notesMaster" Target="/ppt/notesMasters/notesMaster1.xml" Id="R8d031182e4d1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487c04bd234f28" /><Relationship Type="http://schemas.openxmlformats.org/officeDocument/2006/relationships/notesMaster" Target="/ppt/notesMasters/notesMaster1.xml" Id="Rcef2d361c4e849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a0c5bb76dd4ea8" /><Relationship Type="http://schemas.openxmlformats.org/officeDocument/2006/relationships/notesMaster" Target="/ppt/notesMasters/notesMaster1.xml" Id="Rb408a66ec4244b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720e641b3549a8" /><Relationship Type="http://schemas.openxmlformats.org/officeDocument/2006/relationships/notesMaster" Target="/ppt/notesMasters/notesMaster1.xml" Id="Rf01ab94c66b349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10ef7845ed40c5" /><Relationship Type="http://schemas.openxmlformats.org/officeDocument/2006/relationships/notesMaster" Target="/ppt/notesMasters/notesMaster1.xml" Id="R81830bdbf78349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b9aaefab854979" /><Relationship Type="http://schemas.openxmlformats.org/officeDocument/2006/relationships/notesMaster" Target="/ppt/notesMasters/notesMaster1.xml" Id="R85679c7cb59245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d4b07dfa99484f" /><Relationship Type="http://schemas.openxmlformats.org/officeDocument/2006/relationships/notesMaster" Target="/ppt/notesMasters/notesMaster1.xml" Id="R9cc69eda56ff4f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f02d2fc70e4902" /><Relationship Type="http://schemas.openxmlformats.org/officeDocument/2006/relationships/notesMaster" Target="/ppt/notesMasters/notesMaster1.xml" Id="Rbff60ec223b943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3 мин.</a:t>
            </a:r>
          </a:p>
          <a:p xmlns:a="http://schemas.openxmlformats.org/drawingml/2006/main">
            <a:r>
              <a:t>Участники: Предположить, о чём будет история, глядя на дерево.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Скажите: «Сегодня узнаем о человеке, которому захотелось изменить свою жизнь». Разрешите отвечать или слушать.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исправить поступок, если время уже прошло?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Прошлое не отменить, но следующий шаг можно выбрать.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images/01.png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4 мин.</a:t>
            </a:r>
          </a:p>
          <a:p xmlns:a="http://schemas.openxmlformats.org/drawingml/2006/main">
            <a:r>
              <a:t>Участники: Распределить два случая: случайная ошибка или сознательный обман.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примеры. Спросите, что было под контролем героя и кому теперь нужна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В обоих случаях нужно что-то исправить?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Ответственность за последствия нужна и после случайной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Случайная ошибка / Сознательный обман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Воду пролил случайно, но нужно вытереть. Обман нужно признать.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</a:t>
            </a:r>
          </a:p>
          <a:p xmlns:a="http://schemas.openxmlformats.org/drawingml/2006/main">
            <a:r>
              <a:t>Участники: Найти на картинке, что мешало Закхею и как он поступил.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Лк. 19:1–4. Объясните слово «мытарь». Не добавляйте вымышленный разговор.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Закхей оказался на дереве?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Он был мал ростом, а толпа мешала увидеть Иисуса.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images/02.png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Участники: Выбрать, кто первым предложил встречу.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стихи. Скажите: «Люди роптали, а Иисус обратился к Закхею».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Закхей уже пообещал всё исправить, когда Иисус позвал его?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Иисус первым приходит к человеку, которого осуждают.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Иисус / Закхей / Толпа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Участники: Назвать два конкретных обещания Закхея.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стих. Объясните: изображение показывает возможное исполнение, в тексте звучит обещание. Четырёхкратное возмещение не делаем правилом для всех детских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 это отличается от слов «мне жаль»?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Покаяние проявляется в решении изменить поступки.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images/03.png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5 мин.</a:t>
            </a:r>
          </a:p>
          <a:p xmlns:a="http://schemas.openxmlformats.org/drawingml/2006/main">
            <a:r>
              <a:t>Участники: В парах объяснить, какая фраза признаёт ответственность.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Дайте минуту на разговор, затем выслушайте два ответа. Не просите личных признаний.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Где герой перестаёт перекладывать вину?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Честное извинение называет собственный поступок.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Вторая фраза: человек называет свой обман и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Участники: Собрать карточки в осмысленную последовательность.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Перемешайте карточки. После ответов откройте этот порядок. Если нужна срочная помощь, сначала остановите вред.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одного обещания иногда мало?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Извинение продолжается конкретными действиями.</a:t>
            </a:r>
          </a:p>
          <a:p xmlns:a="http://schemas.openxmlformats.org/drawingml/2006/main">
            <a:r>
              <a:t>Задание начинают с перемешанных карточек. Слайд показывает итоговый порядок после ответов.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Участники: Предложить, что сказать учителю и автору рисунка.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Попросите говорить от лица вымышленного героя. Уточните, что честность может быть неловкой.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вернуть автору признание?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Можно сказать правду и назвать того, кто сделал 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Это рисунок Саши. Я неправильно сказал, что он мой. Простите.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Участники: Выбрать ответ и объяснить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Не требуйте от пострадавшего немедленного доверия. Обсудите терпение и повторяющиеся честные поступки.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Можем ли мы заставить другого простить?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Мы отвечаем за свои действия и уважаем решение другого.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Потребовать доверия / Дать время и соблюдать обещания / Снова взять без спроса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Участники: Сыграть короткий диалог по картинке: извинение и исправление.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Один участник говорит от лица героя, второй отвечает. Обсудите ремонт или замену вместе со взрослым.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реально поможет владельцу книги?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Исправление учитывает нужды пострадавшего.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Я порвал страницу. Прости. Давай с взрослым решим, как восстановить книгу.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images/04.png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Участники: Выбрать личный посильный шаг или придумать пример для героя.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Не собирайте личные ответы публично. Предложите записать шаг на своей карточке.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поможет выполнить обещание?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Начать можно с одного честного действия.</a:t>
            </a:r>
          </a:p>
          <a:p xmlns:a="http://schemas.openxmlformats.org/drawingml/2006/main">
            <a:r>
              <a:t>Личный ответ необязателен и не публикуется.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Участники: Закончить фразу: «После ошибки 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Напомните о милости Иисуса. По желанию произнесите: «Господи, помоги говорить правду и исправлять вред».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 покаяние отличается от оправдания?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Иисус даёт надежду, а мы учимся отвечать за свои поступки.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32d7f288c45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1e26730774a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93830bcfe46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db203fa8a42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ad2a6f4ff4a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84376497044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B6A86AF-D9FE-47EF-9743-79D6ED8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6CAEF4-4BA8-4C28-AD05-01C6E978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E5E03B-8889-4B68-857C-8C92E69DEC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4AE547-697C-4088-AE07-B6B1F58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4348B1-80A9-46AC-AC79-17BB7550B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21E6945-0148-4B55-86AB-3FF8A29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4A8AFB-75D2-4FF6-8F05-555977A69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8A86ABE-019D-4714-AB9F-8D8A486C5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800D234-1107-4D3A-A1F1-0949902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D7477C-520B-4C42-8713-8F5104E71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2579F2-A4C9-47F1-B357-7148C3874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83C20E-20AA-498D-8ABC-5851A9C02F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9251C3-19C8-41F0-B63D-0E75B07F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E702EE-A6F9-470E-A294-44851FB52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C4D0B2-F26F-4593-A079-60702883D7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b225f3c5e4299" /><Relationship Type="http://schemas.openxmlformats.org/officeDocument/2006/relationships/slideLayout" Target="/ppt/slideLayouts/slideLayout1.xml" Id="Rbf6b843c22844d2a" /><Relationship Type="http://schemas.openxmlformats.org/officeDocument/2006/relationships/slideLayout" Target="/ppt/slideLayouts/slideLayout2.xml" Id="Rc57dfa631c37474b" /><Relationship Type="http://schemas.openxmlformats.org/officeDocument/2006/relationships/slideLayout" Target="/ppt/slideLayouts/slideLayout3.xml" Id="R04077668d6cb4815" /><Relationship Type="http://schemas.openxmlformats.org/officeDocument/2006/relationships/slideLayout" Target="/ppt/slideLayouts/slideLayout4.xml" Id="Rad443992f2b040e1" /><Relationship Type="http://schemas.openxmlformats.org/officeDocument/2006/relationships/slideLayout" Target="/ppt/slideLayouts/slideLayout5.xml" Id="R004488b5cc55412d" /><Relationship Type="http://schemas.openxmlformats.org/officeDocument/2006/relationships/slideLayout" Target="/ppt/slideLayouts/slideLayout6.xml" Id="Rf74aa40139ee4a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6b843c22844d2a"/>
    <p:sldLayoutId xmlns:r="http://schemas.openxmlformats.org/officeDocument/2006/relationships" id="2147483650" r:id="Rc57dfa631c37474b"/>
    <p:sldLayoutId xmlns:r="http://schemas.openxmlformats.org/officeDocument/2006/relationships" id="2147483651" r:id="R04077668d6cb4815"/>
    <p:sldLayoutId xmlns:r="http://schemas.openxmlformats.org/officeDocument/2006/relationships" id="2147483652" r:id="Rad443992f2b040e1"/>
    <p:sldLayoutId xmlns:r="http://schemas.openxmlformats.org/officeDocument/2006/relationships" id="2147483653" r:id="R004488b5cc55412d"/>
    <p:sldLayoutId xmlns:r="http://schemas.openxmlformats.org/officeDocument/2006/relationships" id="2147483654" r:id="Rf74aa40139ee4a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55ccec6054bd5" /><Relationship Type="http://schemas.openxmlformats.org/officeDocument/2006/relationships/image" Target="/ppt/media/image.png" Id="Rf3a50643a7ac4676" /><Relationship Type="http://schemas.openxmlformats.org/officeDocument/2006/relationships/notesSlide" Target="/ppt/notesSlides/notesSlide1.xml" Id="R6ca30372c1f94c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21367dd7846ac" /><Relationship Type="http://schemas.openxmlformats.org/officeDocument/2006/relationships/notesSlide" Target="/ppt/notesSlides/notesSlide2.xml" Id="Rbc075727e25e43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1b836b44548ee" /><Relationship Type="http://schemas.openxmlformats.org/officeDocument/2006/relationships/image" Target="/ppt/media/image2.png" Id="Re61aaaea29f14ef3" /><Relationship Type="http://schemas.openxmlformats.org/officeDocument/2006/relationships/notesSlide" Target="/ppt/notesSlides/notesSlide3.xml" Id="Rb42227f625c046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adb622ee24d7c" /><Relationship Type="http://schemas.openxmlformats.org/officeDocument/2006/relationships/notesSlide" Target="/ppt/notesSlides/notesSlide4.xml" Id="R89b609d133df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d4b8b9ef14809" /><Relationship Type="http://schemas.openxmlformats.org/officeDocument/2006/relationships/image" Target="/ppt/media/image3.png" Id="R7d8a40b507854b5f" /><Relationship Type="http://schemas.openxmlformats.org/officeDocument/2006/relationships/notesSlide" Target="/ppt/notesSlides/notesSlide5.xml" Id="R57542eef53514d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2a110c2b849da" /><Relationship Type="http://schemas.openxmlformats.org/officeDocument/2006/relationships/notesSlide" Target="/ppt/notesSlides/notesSlide6.xml" Id="R7c41fef7c8a949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49540f1e545e3" /><Relationship Type="http://schemas.openxmlformats.org/officeDocument/2006/relationships/notesSlide" Target="/ppt/notesSlides/notesSlide7.xml" Id="R5e15302ad7be47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43b3522d74929" /><Relationship Type="http://schemas.openxmlformats.org/officeDocument/2006/relationships/notesSlide" Target="/ppt/notesSlides/notesSlide8.xml" Id="R2ea67822c93f42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5e83a35794d73" /><Relationship Type="http://schemas.openxmlformats.org/officeDocument/2006/relationships/notesSlide" Target="/ppt/notesSlides/notesSlide9.xml" Id="Reec09520ea1140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8885f42a44bb3" /><Relationship Type="http://schemas.openxmlformats.org/officeDocument/2006/relationships/image" Target="/ppt/media/image4.png" Id="Rfaead38344d34ac4" /><Relationship Type="http://schemas.openxmlformats.org/officeDocument/2006/relationships/notesSlide" Target="/ppt/notesSlides/notesSlide10.xml" Id="Rb03e7028e82b49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5f510ebe041f3" /><Relationship Type="http://schemas.openxmlformats.org/officeDocument/2006/relationships/notesSlide" Target="/ppt/notesSlides/notesSlide11.xml" Id="Rb8928c64fdb74c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85479a7cc427e" /><Relationship Type="http://schemas.openxmlformats.org/officeDocument/2006/relationships/notesSlide" Target="/ppt/notesSlides/notesSlide12.xml" Id="Rac6dfdb78b46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50643a7ac467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5B3795F-83A0-495E-9EB9-EE1115CB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Закхей</a:t>
            </a:r>
          </a:p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исправить</a:t>
            </a:r>
          </a:p>
          <a:p xmlns:a="http://schemas.openxmlformats.org/drawingml/2006/main">
            <a:pPr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ошибку?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78D6570-5960-41B6-AE78-45AC3FC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9–11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D0F6E79-FD5E-4450-BE31-E940DDF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0384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B2722DA-9117-4733-A0C3-F184C6E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произошло?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976E27-36DF-4675-8025-DC300256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Случайно пролил воду.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Списал и сказал, что решил сам.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319CF0B-8752-438B-921B-E6ADD77D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Случайная ошибка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Сознательный обман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5FC329-097B-4881-9A5A-45DA6BA8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7138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ADD227C-A453-47E4-9E31-FB6AE599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Человек на дереве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aaaea29f14ef3"/>
          <a:stretch xmlns:a="http://schemas.openxmlformats.org/drawingml/2006/main"/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79BC196-AFBA-495C-A9E2-5556AF2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Закхей хотел увидеть Иисуса.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19:1–4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35530A4-F8D4-449B-B902-3BD0D28D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Почему Закхей оказался на дереве?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FD778AD-6DB1-4107-BD2D-29E8443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9824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10A0B46-177E-48CD-9A72-BACF9AB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Неожиданное приглашение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790D7E-EE21-436C-85F2-9DF26E4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Иисус зовёт Закхея по имени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хочет быть у него дома.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19:5–7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60E69D4-EA43-476D-BD29-A4DB02E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Иисус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Закхей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В. Толпа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FEB30D-F77A-4149-8B51-F53F682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6149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8372BB7-2435-4929-9F75-3D2802FC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Обещание Закхея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a40b507854b5f"/>
          <a:stretch xmlns:a="http://schemas.openxmlformats.org/drawingml/2006/main"/>
        </p:blipFill>
        <p:spPr>
          <a:xfrm xmlns:a="http://schemas.openxmlformats.org/drawingml/2006/main">
            <a:off x="5562600" y="2032106"/>
            <a:ext cx="6019800" cy="338433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558E0BE-BC8A-46B4-80F9-CB198D2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Половину имущества бедным.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Возместить обиду вчетверо.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19:8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A1EC5E9-C23E-411A-9AC1-862D1DB6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Чем это отличается от слов «мне жаль»?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B9F5BE9-A948-48CA-9FE0-E043591E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1135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C901227-CDFF-4842-A0C6-E6C870F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Слова и действия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F6221F-C293-4865-AA6B-AA92B16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«Прости, но ты сам виноват».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обманул. Прости. Я скажу правду».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B670A1-8AFE-4F9E-8190-32D528F6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Где герой перестаёт перекладывать вину?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A95B19-672C-4C2D-A4FB-A84A7DF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436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84A1A6F-BC99-4B3B-92E5-E95E657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Следующий шаг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05E536-F41D-4CDD-8F83-FC4BFA3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Признать поступок.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Попросить прощения.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Исправить вред.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Поступить иначе.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2C085F4-921F-4037-855D-6D808B6D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Почему одного обещания иногда мало?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8F2F9BE-31E3-44B3-9453-0D1887C4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8481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C1BD090-06F9-4E92-BE03-B9DCD573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Чужая работа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EF1EDF-4889-422C-8DB2-C90EAB7B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Ты выдал чужой рисунок за свой.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Учитель похвалил тебя.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BE94AE-65C2-4AFF-9966-58CFAAD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 вернуть автору признание?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CF1A6C-66BE-4D82-93E2-E204880B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1512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520A458-E23C-4D14-808E-05D23C5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вернуть доверие?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638AE4-C9AD-467C-B353-96660C1C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Друг пока не хочет давать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тебе свою вещь снова.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00E8E7-7099-40C3-87A6-09EE96B7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Потребовать доверия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Дать время и соблюдать обещания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В. Снова взять без спроса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AA5BA9-899C-4071-A0AA-06969B61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2635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33E5B21-BC82-4DE2-934C-001DC5B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Испорченная книга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ad38344d34ac4"/>
          <a:stretch xmlns:a="http://schemas.openxmlformats.org/drawingml/2006/main"/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9E8526F-C00F-4865-9C3F-B67B55F2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Ты порвал чужую книгу.</a:t>
            </a:r>
          </a:p>
          <a:p xmlns:a="http://schemas.openxmlformats.org/drawingml/2006/main">
            <a:pPr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скажешь? Что предложишь?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E7D6973-D4D4-410D-BA8B-BB31DCA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Что реально поможет владельцу книги?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363179-0159-4688-A1FA-BF0AEDF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6608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5225DBC-9BF9-4CD8-BBB7-E77CE947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 шаг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777B49-1428-488D-A5C4-19EB3184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На этой неделе я могу…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признать • вернуть • исправить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AB72C2-6010-4103-96E4-18AAAD0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Что поможет выполнить обещание?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46C263-BB02-4628-891E-B0CAC42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0848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FCE5775-90DF-49BD-AB2E-5E94D083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Встреча меняет жизнь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DBB55D-75A1-4997-BA31-C002FC85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«Сын Человеческий пришёл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взыскать и спасти погибшее»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905DD4-45CF-46FA-B6DE-E6CA4748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Чем покаяние отличается от оправдания?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348D3C-F4D5-4CBB-87C8-60598297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5070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2026-10-01T21:10:24.0340000Z</dcterms:created>
  <dcterms:modified xsi:type="dcterms:W3CDTF">2026-10-01T21:10:24.0340000Z</dcterms:modified>
</coreProperties>
</file>