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22e7dfd54741fc" /><Relationship Type="http://schemas.openxmlformats.org/officeDocument/2006/relationships/extended-properties" Target="/docProps/app.xml" Id="R443e5d1cc22e4dc1" /><Relationship Type="http://schemas.openxmlformats.org/officeDocument/2006/relationships/officeDocument" Target="/ppt/presentation.xml" Id="R15c20e39e0ac4c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afac5768034d2c"/>
  </p:sldMasterIdLst>
  <p:notesMasterIdLst>
    <p:notesMasterId xmlns:r="http://schemas.openxmlformats.org/officeDocument/2006/relationships" r:id="Rc149ed1af802427c"/>
  </p:notesMasterIdLst>
  <p:sldIdLst>
    <p:sldId xmlns:r="http://schemas.openxmlformats.org/officeDocument/2006/relationships" id="256" r:id="Rc84d42fcbcd34c42"/>
    <p:sldId xmlns:r="http://schemas.openxmlformats.org/officeDocument/2006/relationships" id="257" r:id="Re04df3cd1d61478c"/>
    <p:sldId xmlns:r="http://schemas.openxmlformats.org/officeDocument/2006/relationships" id="258" r:id="R151e2f0dc42f4b67"/>
    <p:sldId xmlns:r="http://schemas.openxmlformats.org/officeDocument/2006/relationships" id="259" r:id="R7472b1f779db442a"/>
    <p:sldId xmlns:r="http://schemas.openxmlformats.org/officeDocument/2006/relationships" id="260" r:id="R9c9638ddd18e43b6"/>
    <p:sldId xmlns:r="http://schemas.openxmlformats.org/officeDocument/2006/relationships" id="261" r:id="Rdadf2fb05ccb46ea"/>
    <p:sldId xmlns:r="http://schemas.openxmlformats.org/officeDocument/2006/relationships" id="262" r:id="R16b53fd2c03e4dc6"/>
    <p:sldId xmlns:r="http://schemas.openxmlformats.org/officeDocument/2006/relationships" id="263" r:id="R4acd8dc0e3e14b59"/>
    <p:sldId xmlns:r="http://schemas.openxmlformats.org/officeDocument/2006/relationships" id="264" r:id="Re94301800e7d47d7"/>
    <p:sldId xmlns:r="http://schemas.openxmlformats.org/officeDocument/2006/relationships" id="265" r:id="Rc96aed6b56844d56"/>
    <p:sldId xmlns:r="http://schemas.openxmlformats.org/officeDocument/2006/relationships" id="266" r:id="R9376890547a24e0c"/>
    <p:sldId xmlns:r="http://schemas.openxmlformats.org/officeDocument/2006/relationships" id="267" r:id="Rc50c5e91c5bf45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1e36dbdc4441b4" /><Relationship Type="http://schemas.openxmlformats.org/officeDocument/2006/relationships/slideMaster" Target="/ppt/slideMasters/slideMaster1.xml" Id="R7dafac5768034d2c" /><Relationship Type="http://schemas.openxmlformats.org/officeDocument/2006/relationships/notesMaster" Target="/ppt/notesMasters/notesMaster1.xml" Id="Rc149ed1af802427c" /><Relationship Type="http://schemas.openxmlformats.org/officeDocument/2006/relationships/presProps" Target="/ppt/presProps.xml" Id="R86ab2c7f5f234ab3" /><Relationship Type="http://schemas.openxmlformats.org/officeDocument/2006/relationships/tableStyles" Target="/ppt/tableStyles.xml" Id="R71306e4bd7de49de" /><Relationship Type="http://schemas.openxmlformats.org/officeDocument/2006/relationships/slide" Target="/ppt/slides/slide1.xml" Id="Rc84d42fcbcd34c42" /><Relationship Type="http://schemas.openxmlformats.org/officeDocument/2006/relationships/slide" Target="/ppt/slides/slide2.xml" Id="Re04df3cd1d61478c" /><Relationship Type="http://schemas.openxmlformats.org/officeDocument/2006/relationships/slide" Target="/ppt/slides/slide3.xml" Id="R151e2f0dc42f4b67" /><Relationship Type="http://schemas.openxmlformats.org/officeDocument/2006/relationships/slide" Target="/ppt/slides/slide4.xml" Id="R7472b1f779db442a" /><Relationship Type="http://schemas.openxmlformats.org/officeDocument/2006/relationships/slide" Target="/ppt/slides/slide5.xml" Id="R9c9638ddd18e43b6" /><Relationship Type="http://schemas.openxmlformats.org/officeDocument/2006/relationships/slide" Target="/ppt/slides/slide6.xml" Id="Rdadf2fb05ccb46ea" /><Relationship Type="http://schemas.openxmlformats.org/officeDocument/2006/relationships/slide" Target="/ppt/slides/slide7.xml" Id="R16b53fd2c03e4dc6" /><Relationship Type="http://schemas.openxmlformats.org/officeDocument/2006/relationships/slide" Target="/ppt/slides/slide8.xml" Id="R4acd8dc0e3e14b59" /><Relationship Type="http://schemas.openxmlformats.org/officeDocument/2006/relationships/slide" Target="/ppt/slides/slide9.xml" Id="Re94301800e7d47d7" /><Relationship Type="http://schemas.openxmlformats.org/officeDocument/2006/relationships/slide" Target="/ppt/slides/slide10.xml" Id="Rc96aed6b56844d56" /><Relationship Type="http://schemas.openxmlformats.org/officeDocument/2006/relationships/slide" Target="/ppt/slides/slide11.xml" Id="R9376890547a24e0c" /><Relationship Type="http://schemas.openxmlformats.org/officeDocument/2006/relationships/slide" Target="/ppt/slides/slide12.xml" Id="Rc50c5e91c5bf45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2ee05675d146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006ce32bce43c8" /><Relationship Type="http://schemas.openxmlformats.org/officeDocument/2006/relationships/notesMaster" Target="/ppt/notesMasters/notesMaster1.xml" Id="R629e9ca4b51f4e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1bd7d0bc4b4f57" /><Relationship Type="http://schemas.openxmlformats.org/officeDocument/2006/relationships/notesMaster" Target="/ppt/notesMasters/notesMaster1.xml" Id="R989d7f57c6934a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142546942b4804" /><Relationship Type="http://schemas.openxmlformats.org/officeDocument/2006/relationships/notesMaster" Target="/ppt/notesMasters/notesMaster1.xml" Id="Re01550d46a1a4b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cba15245104272" /><Relationship Type="http://schemas.openxmlformats.org/officeDocument/2006/relationships/notesMaster" Target="/ppt/notesMasters/notesMaster1.xml" Id="Rd3554cc3b6424d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f35bdfe3664a20" /><Relationship Type="http://schemas.openxmlformats.org/officeDocument/2006/relationships/notesMaster" Target="/ppt/notesMasters/notesMaster1.xml" Id="Re93f4ae6753649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7f2bf4efbb4c5e" /><Relationship Type="http://schemas.openxmlformats.org/officeDocument/2006/relationships/notesMaster" Target="/ppt/notesMasters/notesMaster1.xml" Id="R5290279f499b44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807e55fc8c4732" /><Relationship Type="http://schemas.openxmlformats.org/officeDocument/2006/relationships/notesMaster" Target="/ppt/notesMasters/notesMaster1.xml" Id="R5e950f6a205043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185c19520e4195" /><Relationship Type="http://schemas.openxmlformats.org/officeDocument/2006/relationships/notesMaster" Target="/ppt/notesMasters/notesMaster1.xml" Id="R54352fdc26aa4a5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d1f49ac68d4672" /><Relationship Type="http://schemas.openxmlformats.org/officeDocument/2006/relationships/notesMaster" Target="/ppt/notesMasters/notesMaster1.xml" Id="Rfce8948ada2d421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cab61db9cf146ad" /><Relationship Type="http://schemas.openxmlformats.org/officeDocument/2006/relationships/notesMaster" Target="/ppt/notesMasters/notesMaster1.xml" Id="R3d2fa67f557d429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b7501c7c77a4c1c" /><Relationship Type="http://schemas.openxmlformats.org/officeDocument/2006/relationships/notesMaster" Target="/ppt/notesMasters/notesMaster1.xml" Id="Rb0857147c7aa479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9782c39292445c6" /><Relationship Type="http://schemas.openxmlformats.org/officeDocument/2006/relationships/notesMaster" Target="/ppt/notesMasters/notesMaster1.xml" Id="Rc857e927571d45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1. 2 мин.</a:t>
            </a:r>
          </a:p>
          <a:p xmlns:a="http://schemas.openxmlformats.org/drawingml/2006/main">
            <a:r>
              <a:t>Реплика: Бывает, мы попросили Бога о важном, а всё ещё ждём. Что происходит с нами в это время? Сегодня послушаем историю семьи, которую Иисус любил, и посмотрим, как Он встретил её печаль.</a:t>
            </a:r>
          </a:p>
          <a:p xmlns:a="http://schemas.openxmlformats.org/drawingml/2006/main">
            <a:r>
              <a:t>Как провести: Предложите подумать о вымышленном случае ожидания. Участники молча выбирают слово для своего чувства. Переходите к чтению, без сбора личных историй.</a:t>
            </a:r>
          </a:p>
          <a:p xmlns:a="http://schemas.openxmlformats.org/drawingml/2006/main">
            <a:r>
              <a:t>Вопрос: Какое чувство может появиться, когда ответ долго не приходит?</a:t>
            </a:r>
          </a:p>
          <a:p xmlns:a="http://schemas.openxmlformats.org/drawingml/2006/main">
            <a:r>
              <a:t>Ориентир: Тревога, печаль, раздражение или надежда могут соседствовать. Человек может назвать своё чувство и обратиться к Богу и тому, кто поможет.</a:t>
            </a:r>
          </a:p>
          <a:p xmlns:a="http://schemas.openxmlformats.org/drawingml/2006/main">
            <a:r>
              <a:t>Ритм: 1 минута — ситуация; 1 минута — чувство и переход.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https://bible.by/syn/43/11/. Синодальный перевод — общественное достояние. Полное Ин. 11:1–45. Дополнительная опора учителю: Ин. 11:5–6, 25–27, 35, 41–45 — любовь Христа, Его слова и молитва. Современные случаи и молитва авторские. Иллюстрация: Время ожидания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2. 6 мин.</a:t>
            </a:r>
          </a:p>
          <a:p xmlns:a="http://schemas.openxmlformats.org/drawingml/2006/main">
            <a:r>
              <a:t>Реплика: Прочитаем Ин. 11:1–45 целиком. Запомним просьбу сестёр, два дня на прежнем месте, разговоры с Марфой и Марией, молитву и выход Лазаря. Сразу после чтения разыграем историю.</a:t>
            </a:r>
          </a:p>
          <a:p xmlns:a="http://schemas.openxmlformats.org/drawingml/2006/main">
            <a:r>
              <a:t>Как провести: Прочитайте все 45 стихов выбранного отрывка подряд. Шесть участников заранее получают роли. После чтения сразу начинайте сценку, не собирая ответы.</a:t>
            </a:r>
          </a:p>
          <a:p xmlns:a="http://schemas.openxmlformats.org/drawingml/2006/main">
            <a:r>
              <a:t>Вопрос: Задание слушателям: заметить, что сёстры сказали Христу и что Он ответил словом и делом.</a:t>
            </a:r>
          </a:p>
          <a:p xmlns:a="http://schemas.openxmlformats.org/drawingml/2006/main">
            <a:r>
              <a:t>Ориентир: Иисус любил эту семью. Он остался ещё два дня. При встрече Лазарь уже четыре дня во гробе. Христос говорит о воскресении, разделяет печаль, молится Отцу и вызывает Лазаря.</a:t>
            </a:r>
          </a:p>
          <a:p xmlns:a="http://schemas.openxmlformats.org/drawingml/2006/main">
            <a:r>
              <a:t>Ритм: 5,5 минуты — чтение с паузами; 30 секунд — переход.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Полный выбранный отрывок Ин. 11:1–45. Синодальный перевод.</a:t>
            </a:r>
          </a:p>
          <a:p xmlns:a="http://schemas.openxmlformats.org/drawingml/2006/main">
            <a:r>
              <a:t>1. Был болен некто Лазарь из Вифании, из селения, где жили Мария и Марфа, сестра её.</a:t>
            </a:r>
          </a:p>
          <a:p xmlns:a="http://schemas.openxmlformats.org/drawingml/2006/main">
            <a:r>
              <a:t>2. Мария же, которой брат Лазарь был болен, была та, которая помазала Господа миром и отёрла ноги Его волосами своими.</a:t>
            </a:r>
          </a:p>
          <a:p xmlns:a="http://schemas.openxmlformats.org/drawingml/2006/main">
            <a:r>
              <a:t>3. Сёстры послали сказать Ему: Господи! вот, кого Ты любишь, болен.</a:t>
            </a:r>
          </a:p>
          <a:p xmlns:a="http://schemas.openxmlformats.org/drawingml/2006/main">
            <a:r>
              <a:t>4. Иисус, услышав то, сказал: эта болезнь не к смерти, но к славе Божией, да прославится через неё Сын Божий.</a:t>
            </a:r>
          </a:p>
          <a:p xmlns:a="http://schemas.openxmlformats.org/drawingml/2006/main">
            <a:r>
              <a:t>5. Иисус же любил Марфу и сестру её и Лазаря.</a:t>
            </a:r>
          </a:p>
          <a:p xmlns:a="http://schemas.openxmlformats.org/drawingml/2006/main">
            <a:r>
              <a:t>6. Когда же услышал, что он болен, то пробыл два дня на том месте, где находился.</a:t>
            </a:r>
          </a:p>
          <a:p xmlns:a="http://schemas.openxmlformats.org/drawingml/2006/main">
            <a:r>
              <a:t>7. После этого сказал ученикам: пойдём опять в Иудею.</a:t>
            </a:r>
          </a:p>
          <a:p xmlns:a="http://schemas.openxmlformats.org/drawingml/2006/main">
            <a:r>
              <a:t>8. Ученики сказали Ему: Равви! давно ли Иудеи искали побить Тебя камнями, и Ты опять идёшь туда?</a:t>
            </a:r>
          </a:p>
          <a:p xmlns:a="http://schemas.openxmlformats.org/drawingml/2006/main">
            <a:r>
              <a:t>9. Иисус отвечал: не двенадцать ли часов во дне? кто ходит днём, тот не спотыкается, потому что видит свет мира сего;</a:t>
            </a:r>
          </a:p>
          <a:p xmlns:a="http://schemas.openxmlformats.org/drawingml/2006/main">
            <a:r>
              <a:t>10. а кто ходит ночью, спотыкается, потому что нет света с ним.</a:t>
            </a:r>
          </a:p>
          <a:p xmlns:a="http://schemas.openxmlformats.org/drawingml/2006/main">
            <a:r>
              <a:t>11. Сказав это, говорит им потом: Лазарь, друг наш, уснул; но Я иду разбудить его.</a:t>
            </a:r>
          </a:p>
          <a:p xmlns:a="http://schemas.openxmlformats.org/drawingml/2006/main">
            <a:r>
              <a:t>12. Ученики Его сказали: Господи! если уснул, то выздоровеет.</a:t>
            </a:r>
          </a:p>
          <a:p xmlns:a="http://schemas.openxmlformats.org/drawingml/2006/main">
            <a:r>
              <a:t>13. Иисус говорил о смерти его, а они думали, что Он говорит о сне обыкновенном.</a:t>
            </a:r>
          </a:p>
          <a:p xmlns:a="http://schemas.openxmlformats.org/drawingml/2006/main">
            <a:r>
              <a:t>14. Тогда Иисус сказал им прямо: Лазарь умер;</a:t>
            </a:r>
          </a:p>
          <a:p xmlns:a="http://schemas.openxmlformats.org/drawingml/2006/main">
            <a:r>
              <a:t>15. и радуюсь за вас, что Меня не было там, дабы вы уверовали; но пойдём к нему.</a:t>
            </a:r>
          </a:p>
          <a:p xmlns:a="http://schemas.openxmlformats.org/drawingml/2006/main">
            <a:r>
              <a:t>16. Тогда Фома, иначе называемый Близнец, сказал ученикам: пойдём и мы умрём с ним.</a:t>
            </a:r>
          </a:p>
          <a:p xmlns:a="http://schemas.openxmlformats.org/drawingml/2006/main">
            <a:r>
              <a:t>17. Иисус, придя, нашёл, что он уже четыре дня в гробе.</a:t>
            </a:r>
          </a:p>
          <a:p xmlns:a="http://schemas.openxmlformats.org/drawingml/2006/main">
            <a:r>
              <a:t>18. Вифания же была близ Иерусалима, стадиях в пятнадцати;</a:t>
            </a:r>
          </a:p>
          <a:p xmlns:a="http://schemas.openxmlformats.org/drawingml/2006/main">
            <a:r>
              <a:t>19. и многие из Иудеев пришли к Марфе и Марии утешать их в печали о брате их.</a:t>
            </a:r>
          </a:p>
          <a:p xmlns:a="http://schemas.openxmlformats.org/drawingml/2006/main">
            <a:r>
              <a:t>20. Марфа, услышав, что идёт Иисус, пошла навстречу Ему; Мария же сидела дома.</a:t>
            </a:r>
          </a:p>
          <a:p xmlns:a="http://schemas.openxmlformats.org/drawingml/2006/main">
            <a:r>
              <a:t>21. Тогда Марфа сказала Иисусу: Господи! если бы Ты был здесь, не умер бы брат мой.</a:t>
            </a:r>
          </a:p>
          <a:p xmlns:a="http://schemas.openxmlformats.org/drawingml/2006/main">
            <a:r>
              <a:t>22. Но и теперь знаю, что чего Ты попросишь у Бога, даст Тебе Бог.</a:t>
            </a:r>
          </a:p>
          <a:p xmlns:a="http://schemas.openxmlformats.org/drawingml/2006/main">
            <a:r>
              <a:t>23. Иисус говорит ей: воскреснет брат твой.</a:t>
            </a:r>
          </a:p>
          <a:p xmlns:a="http://schemas.openxmlformats.org/drawingml/2006/main">
            <a:r>
              <a:t>24. Марфа сказала Ему: знаю, что воскреснет в воскресение, в последний день.</a:t>
            </a:r>
          </a:p>
          <a:p xmlns:a="http://schemas.openxmlformats.org/drawingml/2006/main">
            <a:r>
              <a:t>25. Иисус сказал ей: Я есмь воскресение и жизнь; верующий в Меня, если и умрёт, оживёт.</a:t>
            </a:r>
          </a:p>
          <a:p xmlns:a="http://schemas.openxmlformats.org/drawingml/2006/main">
            <a:r>
              <a:t>26. И всякий, живущий и верующий в Меня, не умрёт вовек. Веришь ли сему?</a:t>
            </a:r>
          </a:p>
          <a:p xmlns:a="http://schemas.openxmlformats.org/drawingml/2006/main">
            <a:r>
              <a:t>27. Она говорит Ему: так, Господи! я верую, что Ты Христос, Сын Божий, грядущий в мир.</a:t>
            </a:r>
          </a:p>
          <a:p xmlns:a="http://schemas.openxmlformats.org/drawingml/2006/main">
            <a:r>
              <a:t>28. Сказав это, пошла и позвала тайно Марию, сестру свою, говоря: Учитель здесь и зовёт тебя.</a:t>
            </a:r>
          </a:p>
          <a:p xmlns:a="http://schemas.openxmlformats.org/drawingml/2006/main">
            <a:r>
              <a:t>29. Она, как скоро услышала, поспешно встала и пошла к Нему.</a:t>
            </a:r>
          </a:p>
          <a:p xmlns:a="http://schemas.openxmlformats.org/drawingml/2006/main">
            <a:r>
              <a:t>30. Иисус ещё не входил в селение, но был на том месте, где встретила Его Марфа.</a:t>
            </a:r>
          </a:p>
          <a:p xmlns:a="http://schemas.openxmlformats.org/drawingml/2006/main">
            <a:r>
              <a:t>31. Иудеи, которые были с нею в доме и утешали её, видя, что Мария поспешно встала и вышла, пошли за нею, полагая, что она пошла на гроб — плакать там.</a:t>
            </a:r>
          </a:p>
          <a:p xmlns:a="http://schemas.openxmlformats.org/drawingml/2006/main">
            <a:r>
              <a:t>32. Мария же, придя туда, где был Иисус, и увидев Его, пала к ногам Его и сказала Ему: Господи! если бы Ты был здесь, не умер бы брат мой.</a:t>
            </a:r>
          </a:p>
          <a:p xmlns:a="http://schemas.openxmlformats.org/drawingml/2006/main">
            <a:r>
              <a:t>33. Иисус, когда увидел её плачущую и пришедших с нею Иудеев плачущих, Сам восскорбел духом и возмутился</a:t>
            </a:r>
          </a:p>
          <a:p xmlns:a="http://schemas.openxmlformats.org/drawingml/2006/main">
            <a:r>
              <a:t>34. и сказал: где вы положили его? Говорят Ему: Господи! пойди и посмотри.</a:t>
            </a:r>
          </a:p>
          <a:p xmlns:a="http://schemas.openxmlformats.org/drawingml/2006/main">
            <a:r>
              <a:t>35. Иисус прослезился.</a:t>
            </a:r>
          </a:p>
          <a:p xmlns:a="http://schemas.openxmlformats.org/drawingml/2006/main">
            <a:r>
              <a:t>36. Тогда Иудеи говорили: смотри, как Он любил его.</a:t>
            </a:r>
          </a:p>
          <a:p xmlns:a="http://schemas.openxmlformats.org/drawingml/2006/main">
            <a:r>
              <a:t>37. А некоторые из них сказали: не мог ли Сей, отверзший очи слепому, сделать, чтобы и этот не умер?</a:t>
            </a:r>
          </a:p>
          <a:p xmlns:a="http://schemas.openxmlformats.org/drawingml/2006/main">
            <a:r>
              <a:t>38. Иисус же, опять скорбя внутренно, приходит ко гробу. То была пещера, и камень лежал на ней.</a:t>
            </a:r>
          </a:p>
          <a:p xmlns:a="http://schemas.openxmlformats.org/drawingml/2006/main">
            <a:r>
              <a:t>39. Иисус говорит: отнимите камень. Сестра умершего, Марфа, говорит Ему: Господи! уже смердит; ибо четыре дня, как он во гробе.</a:t>
            </a:r>
          </a:p>
          <a:p xmlns:a="http://schemas.openxmlformats.org/drawingml/2006/main">
            <a:r>
              <a:t>40. Иисус говорит ей: не сказал ли Я тебе, что, если будешь веровать, увидишь славу Божию?</a:t>
            </a:r>
          </a:p>
          <a:p xmlns:a="http://schemas.openxmlformats.org/drawingml/2006/main">
            <a:r>
              <a:t>41. Итак, отняли камень от пещеры, где лежал умерший. Иисус же возвёл очи к небу и сказал: Отче! благодарю Тебя, что Ты услышал Меня.</a:t>
            </a:r>
          </a:p>
          <a:p xmlns:a="http://schemas.openxmlformats.org/drawingml/2006/main">
            <a:r>
              <a:t>42. Я и знал, что Ты всегда услышишь Меня; но сказал сие для народа, здесь стоящего, чтобы поверили, что Ты послал Меня.</a:t>
            </a:r>
          </a:p>
          <a:p xmlns:a="http://schemas.openxmlformats.org/drawingml/2006/main">
            <a:r>
              <a:t>43. Сказав это, Он воззвал громким голосом: Лазарь! иди вон.</a:t>
            </a:r>
          </a:p>
          <a:p xmlns:a="http://schemas.openxmlformats.org/drawingml/2006/main">
            <a:r>
              <a:t>44. И вышел умерший, обвитый по рукам и ногам погребальными пеленами, и лицо его обвязано было платком. Иисус говорит им: развяжите его, пусть идёт.</a:t>
            </a:r>
          </a:p>
          <a:p xmlns:a="http://schemas.openxmlformats.org/drawingml/2006/main">
            <a:r>
              <a:t>45. Тогда многие из Иудеев, пришедших к Марии и видевших, что сотворил Иисус, уверовали в Него.</a:t>
            </a:r>
          </a:p>
          <a:p xmlns:a="http://schemas.openxmlformats.org/drawingml/2006/main">
            <a:r>
              <a:t>Источник: https://bible.by/syn/43/11/. Синодальный перевод — общественное достояние. Полное Ин. 11:1–45. Дополнительная опора учителю: Ин. 11:5–6, 25–27, 35, 41–45 — любовь Христа, Его слова и молитва. Современные случаи и молитва авторские. Иллюстрация: Просьба сестёр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3. 6 мин.</a:t>
            </a:r>
          </a:p>
          <a:p xmlns:a="http://schemas.openxmlformats.org/drawingml/2006/main">
            <a:r>
              <a:t>Реплика: Разыграем просьбу сестёр, ожидание, встречи с Марфой и Марией и происходящее у гроба. Доведём рассказ до слов «развяжите его, пусть идёт» и веры свидетелей.</a:t>
            </a:r>
          </a:p>
          <a:p xmlns:a="http://schemas.openxmlformats.org/drawingml/2006/main">
            <a:r>
              <a:t>Как провести: Роли: Иисус, Марфа, Мария, вестник, Лазарь, помощник. Ведущий читает повествование и слова учеников. По приложению проведите все шесть эпизодов. Обсуждение начинается после финала.</a:t>
            </a:r>
          </a:p>
          <a:p xmlns:a="http://schemas.openxmlformats.org/drawingml/2006/main">
            <a:r>
              <a:t>Вопрос: Наблюдаем: как Христос относится к скорби сестёр и что Он говорит о Себе?</a:t>
            </a:r>
          </a:p>
          <a:p xmlns:a="http://schemas.openxmlformats.org/drawingml/2006/main">
            <a:r>
              <a:t>Ориентир: Христос говорит: «Я есмь воскресение и жизнь». Он прослезился. У гроба благодарит Отца, зовёт Лазаря и поручает присутствующим развязать его. Многие свидетели уверовали.</a:t>
            </a:r>
          </a:p>
          <a:p xmlns:a="http://schemas.openxmlformats.org/drawingml/2006/main">
            <a:r>
              <a:t>Ритм: 1 минута — просьба и ожидание; 2 минуты — сёстры; 3 минуты — гроб и финал.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Сценка по библейскому рассказу: шесть ролей участников, ведущий читает повествование и слова учеников:</a:t>
            </a:r>
          </a:p>
          <a:p xmlns:a="http://schemas.openxmlformats.org/drawingml/2006/main">
            <a:r>
              <a:t>Просьба и два дня: Ведущий рассказывает по Ин. 11:1–6: Лазарь болен, его сёстры посылают к Иисусу вестника. Марфа и Мария передают просьбу, вестник подходит к Иисусу и говорит: «Господи! вот, кого Ты любишь, болен». Иисус произносит ст. 4. Ведущий читает, что Иисус любил эту семью и пробыл ещё два дня на прежнем месте. Сохраняем оба сведения.</a:t>
            </a:r>
          </a:p>
          <a:p xmlns:a="http://schemas.openxmlformats.org/drawingml/2006/main">
            <a:r>
              <a:t>Дорога к Лазарю: Ведущий читает повествование и слова учеников по ст. 7–19. Иисус говорит о возвращении в Иудею. Ведущий объясняет по тексту: ученики приняли слова о сне буквально, тогда Иисус сказал прямо: «Лазарь умер». Иисус отправляется к нему. Ведущий называет: к приходу Христа Лазарь уже четыре дня во гробе; люди утешают сестёр.</a:t>
            </a:r>
          </a:p>
          <a:p xmlns:a="http://schemas.openxmlformats.org/drawingml/2006/main">
            <a:r>
              <a:t>Марфа встречает Христа: Марфа выходит навстречу Иисусу и произносит ст. 21–22. Иисус отвечает: «воскреснет брат твой». Марфа говорит о воскресении в последний день. Иисус читает ст. 25–26: «Я есмь воскресение и жизнь… Веришь ли сему?» Марфа отвечает полным ст. 27. Мария пока остаётся в доме. Обсуждение ещё не начинаем.</a:t>
            </a:r>
          </a:p>
          <a:p xmlns:a="http://schemas.openxmlformats.org/drawingml/2006/main">
            <a:r>
              <a:t>Мария и слёзы Иисуса: Марфа зовёт Марию словами ст. 28. Мария выходит к Иисусу и произносит ст. 32. Ведущий читает ст. 33–37, включая «Иисус прослезился». Иисус спрашивает: «где вы положили его?» Помощник отвечает: «Господи! пойди и посмотри» и показывает направление. Эта роль представляет присутствующих, точное число людей в тексте не названо.</a:t>
            </a:r>
          </a:p>
          <a:p xmlns:a="http://schemas.openxmlformats.org/drawingml/2006/main">
            <a:r>
              <a:t>Камень и молитва: Иисус приходит к месту гроба и говорит: «отнимите камень». Марфа произносит ст. 39, Иисус — ст. 40. Помощник отодвигает условный камень. Иисус поднимает глаза и читает полную молитву ст. 41–42: «Отче! благодарю Тебя, что Ты услышал Меня… чтобы поверили, что Ты послал Меня». Ведущий сохраняет благодарение и его обращённость к народу.</a:t>
            </a:r>
          </a:p>
          <a:p xmlns:a="http://schemas.openxmlformats.org/drawingml/2006/main">
            <a:r>
              <a:t>Лазарь выходит и свидетели веруют: Иисус зовёт: «Лазарь! иди вон». Лазарь выходит. Ведущий читает про пелены и платок из ст. 44. Иисус говорит: «развяжите его, пусть идёт». Помощник показывает действие с полосой ткани, Лазарь идёт свободно. Ведущий читает ст. 45: многие свидетели уверовали в Иисуса. После этого начинаем обсуждение.</a:t>
            </a:r>
          </a:p>
          <a:p xmlns:a="http://schemas.openxmlformats.org/drawingml/2006/main">
            <a:r>
              <a:t>Источник: https://bible.by/syn/43/11/. Синодальный перевод — общественное достояние. Полное Ин. 11:1–45. Дополнительная опора учителю: Ин. 11:5–6, 25–27, 35, 41–45 — любовь Христа, Его слова и молитва. Современные случаи и молитва авторские. Иллюстрация: Лазарь выходит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4. 3 мин.</a:t>
            </a:r>
          </a:p>
          <a:p xmlns:a="http://schemas.openxmlformats.org/drawingml/2006/main">
            <a:r>
              <a:t>Реплика: В тексте рядом стоят два факта: Иисус любил эту семью и остался ещё два дня. Марфа и Мария говорят Ему о своей боли. Иисус прослезился. Что это помогает понять о доверии?</a:t>
            </a:r>
          </a:p>
          <a:p xmlns:a="http://schemas.openxmlformats.org/drawingml/2006/main">
            <a:r>
              <a:t>Как провести: После финала сценки выслушайте два ответа с опорой на ст. 4–6, 15, 21–27 и 32–35. На доске запишите слова «Любовь», «Печаль», «Доверие» и свяжите их с конкретными стихами.</a:t>
            </a:r>
          </a:p>
          <a:p xmlns:a="http://schemas.openxmlformats.org/drawingml/2006/main">
            <a:r>
              <a:t>Вопрос: Можно ли скорбеть и при этом обращаться ко Христу с верой?</a:t>
            </a:r>
          </a:p>
          <a:p xmlns:a="http://schemas.openxmlformats.org/drawingml/2006/main">
            <a:r>
              <a:t>Ориентир: В этом рассказе Христос называет славу Божию и веру свидетелей. Марфа говорит о потере и исповедует веру во Христа. Христос Сам плачет. Можно молиться честно, не скрывая трудных чувств. Причину каждой нашей задержки мы заранее не знаем.</a:t>
            </a:r>
          </a:p>
          <a:p xmlns:a="http://schemas.openxmlformats.org/drawingml/2006/main">
            <a:r>
              <a:t>Ритм: 1 минута — два ответа; 1 минута — стихи; 1 минута — вывод.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https://bible.by/syn/43/11/. Синодальный перевод — общественное достояние. Полное Ин. 11:1–45. Дополнительная опора учителю: Ин. 11:5–6, 25–27, 35, 41–45 — любовь Христа, Его слова и молитва. Современные случаи и молитва авторские. Иллюстрация: Христос разделяет печаль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5. 4 мин.</a:t>
            </a:r>
          </a:p>
          <a:p xmlns:a="http://schemas.openxmlformats.org/drawingml/2006/main">
            <a:r>
              <a:t>Реплика: Соберите четыре события. Найдите два дня и четыре дня: к чему относится каждое число? Сохраните и слёзы Христа, и Его молитву, и выход Лазаря.</a:t>
            </a:r>
          </a:p>
          <a:p xmlns:a="http://schemas.openxmlformats.org/drawingml/2006/main">
            <a:r>
              <a:t>Как провести: Пары получают четыре перемешанные карточки со страницы 2. Восстанавливают порядок. В двух полях отмечают временные сведения и слова о Христе. Одна пара объясняет последний эпизод.</a:t>
            </a:r>
          </a:p>
          <a:p xmlns:a="http://schemas.openxmlformats.org/drawingml/2006/main">
            <a:r>
              <a:t>Вопрос: Что мы знаем из текста, а чего не можем вычислить по этим двум числам?</a:t>
            </a:r>
          </a:p>
          <a:p xmlns:a="http://schemas.openxmlformats.org/drawingml/2006/main">
            <a:r>
              <a:t>Ориентир: Два дня Иисус пробыл на прежнем месте. К Его приходу Лазарь уже четыре дня во гробе. Не складываем числа в готовую формулу срока ответа на молитву. Христос вызывает Лазаря к жизни.</a:t>
            </a:r>
          </a:p>
          <a:p xmlns:a="http://schemas.openxmlformats.org/drawingml/2006/main">
            <a:r>
              <a:t>Ритм: 2 минуты — порядок; 1 минута — поля; 1 минута — объяснение.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https://bible.by/syn/43/11/. Синодальный перевод — общественное достояние. Полное Ин. 11:1–45. Дополнительная опора учителю: Ин. 11:5–6, 25–27, 35, 41–45 — любовь Христа, Его слова и молитва. Современные случаи и молитва авторские. Иллюстрация: Два дня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6. 4 мин.</a:t>
            </a:r>
          </a:p>
          <a:p xmlns:a="http://schemas.openxmlformats.org/drawingml/2006/main">
            <a:r>
              <a:t>Реплика: Разложите шесть случаев: «Поддерживает», «Ранит», «Нужно уточнить». Смотрите на точные слова и условия. Что можно сказать честно, когда будущий результат ещё неизвестен?</a:t>
            </a:r>
          </a:p>
          <a:p xmlns:a="http://schemas.openxmlformats.org/drawingml/2006/main">
            <a:r>
              <a:t>Как провести: Пары читают шесть случаев со страницы 4. Выбирают группу. Для неясных условий называют вопрос, который нужно задать до вывода. Обсудите два ответа.</a:t>
            </a:r>
          </a:p>
          <a:p xmlns:a="http://schemas.openxmlformats.org/drawingml/2006/main">
            <a:r>
              <a:t>Вопрос: Чем присутствие рядом отличается от обещания заранее знать результат?</a:t>
            </a:r>
          </a:p>
          <a:p xmlns:a="http://schemas.openxmlformats.org/drawingml/2006/main">
            <a:r>
              <a:t>Ориентир: Можно выслушать, помолиться и помочь найти взрослого. Нельзя назначать Богу срок или обвинять человека в недостатке веры из-за его слёз. Если чужая мысль неизвестна, сначала уточняют.</a:t>
            </a:r>
          </a:p>
          <a:p xmlns:a="http://schemas.openxmlformats.org/drawingml/2006/main">
            <a:r>
              <a:t>Ритм: 2 минуты — сортировка; 2 минуты — объяснения и уточнения.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Шесть случаев с условиями:</a:t>
            </a:r>
          </a:p>
          <a:p xmlns:a="http://schemas.openxmlformats.org/drawingml/2006/main">
            <a:r>
              <a:t>Слушать по согласию: Друг говорит, что тревожится в ожидании. Ты спрашиваешь, хочет ли он поговорить, и слушаешь без обещания результата. Что здесь поддерживает?</a:t>
            </a:r>
          </a:p>
          <a:p xmlns:a="http://schemas.openxmlformats.org/drawingml/2006/main">
            <a:r>
              <a:t>Назначить срок: После молитвы ты обещаешь другу: «Бог устроит всё именно завтра». Основания знать срок у тебя нет. Что в обещании надо изменить?</a:t>
            </a:r>
          </a:p>
          <a:p xmlns:a="http://schemas.openxmlformats.org/drawingml/2006/main">
            <a:r>
              <a:t>Молитва и помощь: Ребёнок просит взрослого помочь в трудной ситуации. Ты предлагаешь вместе обратиться к учителю и помолиться. Какой посильный шаг здесь есть?</a:t>
            </a:r>
          </a:p>
          <a:p xmlns:a="http://schemas.openxmlformats.org/drawingml/2006/main">
            <a:r>
              <a:t>Ответа пока нет: Друг не ответил на сообщение. Ты пока не знаешь почему. Хочешь решить, что он сердится. Какой факт надо уточнить до такого вывода?</a:t>
            </a:r>
          </a:p>
          <a:p xmlns:a="http://schemas.openxmlformats.org/drawingml/2006/main">
            <a:r>
              <a:t>Запретить печаль: Ты говоришь плачущему: «Твои слёзы доказывают, что ты плохо веришь». Вспомни слёзы Иисуса. Что здесь причиняет боль?</a:t>
            </a:r>
          </a:p>
          <a:p xmlns:a="http://schemas.openxmlformats.org/drawingml/2006/main">
            <a:r>
              <a:t>Просьба помолчать: Друг говорит: «Я хочу побыть в тишине». Ты не знаешь, просит ли он короткую паузу или боится говорить о трудности. Что можно бережно уточнить?</a:t>
            </a:r>
          </a:p>
          <a:p xmlns:a="http://schemas.openxmlformats.org/drawingml/2006/main">
            <a:r>
              <a:t>Источник: https://bible.by/syn/43/11/. Синодальный перевод — общественное достояние. Полное Ин. 11:1–45. Дополнительная опора учителю: Ин. 11:5–6, 25–27, 35, 41–45 — любовь Христа, Его слова и молитва. Современные случаи и молитва авторские. Иллюстрация: Разговор с Марфой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7. 4 мин.</a:t>
            </a:r>
          </a:p>
          <a:p xmlns:a="http://schemas.openxmlformats.org/drawingml/2006/main">
            <a:r>
              <a:t>Реплика: Друг ждёт перемен и говорит: «Мне страшно, что ничего не изменится». Попробуй ответить так, чтобы он почувствовал, что его услышали. Будущее пока неизвестно.</a:t>
            </a:r>
          </a:p>
          <a:p xmlns:a="http://schemas.openxmlformats.org/drawingml/2006/main">
            <a:r>
              <a:t>Как провести: Пары получают четыре фразы со страницы 3. Выбирают две поддерживающие и улучшают две ранящие. Один говорит о трудном ожидании, другой слушает и отвечает. Затем меняются ролями.</a:t>
            </a:r>
          </a:p>
          <a:p xmlns:a="http://schemas.openxmlformats.org/drawingml/2006/main">
            <a:r>
              <a:t>Вопрос: Что я могу пообещать от своего имени?</a:t>
            </a:r>
          </a:p>
          <a:p xmlns:a="http://schemas.openxmlformats.org/drawingml/2006/main">
            <a:r>
              <a:t>Ориентир: «Я готов выслушать тебя сегодня» или «Я помогу обратиться за поддержкой» относятся к моему действию. «Завтра всё точно исправится» — обещание результата, которого я не знаю.</a:t>
            </a:r>
          </a:p>
          <a:p xmlns:a="http://schemas.openxmlformats.org/drawingml/2006/main">
            <a:r>
              <a:t>Ритм: 2 минуты — первая попытка; 2 минуты — смена ролей и записи.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Четыре фразы:</a:t>
            </a:r>
          </a:p>
          <a:p xmlns:a="http://schemas.openxmlformats.org/drawingml/2006/main">
            <a:r>
              <a:t>«Завтра точно»: «Раз ты помолился, завтра всё точно исправится». Какого результата говорящий не может обещать? Перепиши фразу честно.</a:t>
            </a:r>
          </a:p>
          <a:p xmlns:a="http://schemas.openxmlformats.org/drawingml/2006/main">
            <a:r>
              <a:t>«Я готов выслушать»: «Я не знаю, когда всё изменится. Но готов выслушать тебя сегодня». Что здесь человек обещает от своего имени?</a:t>
            </a:r>
          </a:p>
          <a:p xmlns:a="http://schemas.openxmlformats.org/drawingml/2006/main">
            <a:r>
              <a:t>«Верующий не плачет»: «Если веришь, перестань плакать». Как эту фразу помогает проверить Ин. 11:35? Предложи слова поддержки.</a:t>
            </a:r>
          </a:p>
          <a:p xmlns:a="http://schemas.openxmlformats.org/drawingml/2006/main">
            <a:r>
              <a:t>«Попросим помощи»: «Давай помолимся. Если хочешь, вместе попросим взрослого помочь». Как эта фраза сохраняет согласие другого и возможность действовать?</a:t>
            </a:r>
          </a:p>
          <a:p xmlns:a="http://schemas.openxmlformats.org/drawingml/2006/main">
            <a:r>
              <a:t>Источник: https://bible.by/syn/43/11/. Синодальный перевод — общественное достояние. Полное Ин. 11:1–45. Дополнительная опора учителю: Ин. 11:5–6, 25–27, 35, 41–45 — любовь Христа, Его слова и молитва. Современные случаи и молитва авторские. Иллюстрация: Я могу выслушать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8. 6 мин.</a:t>
            </a:r>
          </a:p>
          <a:p xmlns:a="http://schemas.openxmlformats.org/drawingml/2006/main">
            <a:r>
              <a:t>Реплика: Аня молится о Данииле, который перешёл в новую школу и чувствует себя одиноким. Она написала ему, но ответа пока нет. У каждого в команде отдельное сведение. Составьте первый план поддержки.</a:t>
            </a:r>
          </a:p>
          <a:p xmlns:a="http://schemas.openxmlformats.org/drawingml/2006/main">
            <a:r>
              <a:t>Как провести: Команды по четыре читают сведения со страницы 5. Отмечают, что известно и неизвестно, какое действие возможно сегодня и какую поддержку можно предложить. Первый план сохраняют. Новое сообщение пока у ведущего.</a:t>
            </a:r>
          </a:p>
          <a:p xmlns:a="http://schemas.openxmlformats.org/drawingml/2006/main">
            <a:r>
              <a:t>Вопрос: Что можно сделать, когда ответа от друга ещё нет?</a:t>
            </a:r>
          </a:p>
          <a:p xmlns:a="http://schemas.openxmlformats.org/drawingml/2006/main">
            <a:r>
              <a:t>Ориентир: Продолжить молитву, предложить разговор без давления и сохранить его личное пространство. Если возникает тревога за друга, можно обратиться к доверенному взрослому. Молчание пока не объясняет, что друг думает и как ответит.</a:t>
            </a:r>
          </a:p>
          <a:p xmlns:a="http://schemas.openxmlformats.org/drawingml/2006/main">
            <a:r>
              <a:t>Ритм: 1 минута — сведения; 3 минуты — первый план; 2 минуты — сообщение и уточнение.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Четыре командных сведения:</a:t>
            </a:r>
          </a:p>
          <a:p xmlns:a="http://schemas.openxmlformats.org/drawingml/2006/main">
            <a:r>
              <a:t>1. О чём молится Аня: Даниил перешёл в новую школу и написал Ане, что чувствует себя одиноким. Аня молится о нём и хочет поддержать его. Она не знает, когда он освоится.</a:t>
            </a:r>
          </a:p>
          <a:p xmlns:a="http://schemas.openxmlformats.org/drawingml/2006/main">
            <a:r>
              <a:t>2. Что пока известно: Аня вчера предложила Даниилу поговорить. К концу сегодняшних уроков ответа нет. Причина молчания неизвестна. Не выдавайте догадку о нём за факт.</a:t>
            </a:r>
          </a:p>
          <a:p xmlns:a="http://schemas.openxmlformats.org/drawingml/2006/main">
            <a:r>
              <a:t>3. Кого можно попросить: Учитель общины может поговорить с Даниилом и помочь ему найти поддержку. Аня может предложить обратиться вместе. Личные переживания другу не нужно обсуждать всем классом.</a:t>
            </a:r>
          </a:p>
          <a:p xmlns:a="http://schemas.openxmlformats.org/drawingml/2006/main">
            <a:r>
              <a:t>4. Что в наших силах: Можно предложить удобное время разговора, выслушать Даниила и продолжать молитву. Ответ друга и поведение новых одноклассников Аня не контролирует. Заранее обещать срок перемен она не может.</a:t>
            </a:r>
          </a:p>
          <a:p xmlns:a="http://schemas.openxmlformats.org/drawingml/2006/main">
            <a:r>
              <a:t>Источник: https://bible.by/syn/43/11/. Синодальный перевод — общественное достояние. Полное Ин. 11:1–45. Дополнительная опора учителю: Ин. 11:5–6, 25–27, 35, 41–45 — любовь Христа, Его слова и молитва. Современные случаи и молитва авторские. Иллюстрация: Четыре сведения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9. 3 мин.</a:t>
            </a:r>
          </a:p>
          <a:p xmlns:a="http://schemas.openxmlformats.org/drawingml/2006/main">
            <a:r>
              <a:t>Реплика: Пришло новое сообщение Даниила: «Мне одиноко. Давай поговорим сегодня после уроков. Поможешь попросить учителя поддержать меня?» Что теперь известно? Как ответить без обещания, что завтра всё будет хорошо?</a:t>
            </a:r>
          </a:p>
          <a:p xmlns:a="http://schemas.openxmlformats.org/drawingml/2006/main">
            <a:r>
              <a:t>Как провести: Команды оставляют первый план и дописывают второй. Укажите время разговора, помощь в обращении к учителю и фразу без гарантии чужих поступков. Не пересылайте его переживания всему классу.</a:t>
            </a:r>
          </a:p>
          <a:p xmlns:a="http://schemas.openxmlformats.org/drawingml/2006/main">
            <a:r>
              <a:t>Вопрос: Что меняется после просьбы самого Даниила?</a:t>
            </a:r>
          </a:p>
          <a:p xmlns:a="http://schemas.openxmlformats.org/drawingml/2006/main">
            <a:r>
              <a:t>Ориентир: Теперь он согласен на разговор и помощь учителя. Можно подтвердить посильную встречу и вместе попросить поддержки. Ожидание соединяется с конкретным действием; дальнейший результат ещё не известен.</a:t>
            </a:r>
          </a:p>
          <a:p xmlns:a="http://schemas.openxmlformats.org/drawingml/2006/main">
            <a:r>
              <a:t>Ритм: 2 минуты — второй план; 1 минута — два ответа.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https://bible.by/syn/43/11/. Синодальный перевод — общественное достояние. Полное Ин. 11:1–45. Дополнительная опора учителю: Ин. 11:5–6, 25–27, 35, 41–45 — любовь Христа, Его слова и молитва. Современные случаи и молитва авторские. Иллюстрация: Поспешное обещание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10. 3 мин.</a:t>
            </a:r>
          </a:p>
          <a:p xmlns:a="http://schemas.openxmlformats.org/drawingml/2006/main">
            <a:r>
              <a:t>Реплика: Скажи Даниилу, когда готов поговорить и как поможешь обратиться к учителю. Затем составь одну простую просьбу к Богу. Мы можем надеяться и действовать, даже когда всей дороги ещё не видим.</a:t>
            </a:r>
          </a:p>
          <a:p xmlns:a="http://schemas.openxmlformats.org/drawingml/2006/main">
            <a:r>
              <a:t>Как провести: Пары разыгрывают короткий ответ Ани и Даниила. Один называет действие, другой уточняет время и согласие. Затем смена ролей. Каждый формулирует просьбу без назначенного Богу срока.</a:t>
            </a:r>
          </a:p>
          <a:p xmlns:a="http://schemas.openxmlformats.org/drawingml/2006/main">
            <a:r>
              <a:t>Вопрос: Как молитва и посильная помощь могут быть рядом?</a:t>
            </a:r>
          </a:p>
          <a:p xmlns:a="http://schemas.openxmlformats.org/drawingml/2006/main">
            <a:r>
              <a:t>Ориентир: «Я могу поговорить с тобой после уроков. Давай вместе попросим учителя помочь». Молитва: «Господи, поддержи Даниила и научи меня быть рядом». Это честная просьба и конкретная помощь.</a:t>
            </a:r>
          </a:p>
          <a:p xmlns:a="http://schemas.openxmlformats.org/drawingml/2006/main">
            <a:r>
              <a:t>Ритм: 1,5 минуты — первый ответ; 1,5 минуты — смена ролей и просьба.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https://bible.by/syn/43/11/. Синодальный перевод — общественное достояние. Полное Ин. 11:1–45. Дополнительная опора учителю: Ин. 11:5–6, 25–27, 35, 41–45 — любовь Христа, Его слова и молитва. Современные случаи и молитва авторские. Иллюстрация: Обращение за поддержкой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11. 2 мин.</a:t>
            </a:r>
          </a:p>
          <a:p xmlns:a="http://schemas.openxmlformats.org/drawingml/2006/main">
            <a:r>
              <a:t>Реплика: Выбери настоящий или вымышленный случай ожидания. Напиши короткую просьбу, чувство и один шаг, который можешь сделать сегодня. Лист останется у тебя.</a:t>
            </a:r>
          </a:p>
          <a:p xmlns:a="http://schemas.openxmlformats.org/drawingml/2006/main">
            <a:r>
              <a:t>Как провести: Участники коротко заполняют шесть полей на странице 6. Затем тишина и авторская молитва. Можно молча слушать. Желающий делится только своим следующим шагом.</a:t>
            </a:r>
          </a:p>
          <a:p xmlns:a="http://schemas.openxmlformats.org/drawingml/2006/main">
            <a:r>
              <a:t>Вопрос: На кого я могу опереться, пока не знаю результата?</a:t>
            </a:r>
          </a:p>
          <a:p xmlns:a="http://schemas.openxmlformats.org/drawingml/2006/main">
            <a:r>
              <a:t>Ориентир: Можно обращаться ко Христу, просить поддержки доверенного взрослого и быть рядом с другим. Нам не нужно объяснять каждую чужую потерю или назначать срок её окончания.</a:t>
            </a:r>
          </a:p>
          <a:p xmlns:a="http://schemas.openxmlformats.org/drawingml/2006/main">
            <a:r>
              <a:t>Ритм: 1,5 минуты — короткие записи; 30 секунд — тишина и молитва.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Авторская молитва: Господи Иисусе Христе, Ты видишь нашу печаль и слышишь молитву. Помоги мне доверять Тебе, когда я не понимаю происходящего. Дай мне терпение и смелость просить помощи. Научи быть рядом с тем, кому трудно, и сделать добро, которое могу сегодня. Аминь.</a:t>
            </a:r>
          </a:p>
          <a:p xmlns:a="http://schemas.openxmlformats.org/drawingml/2006/main">
            <a:r>
              <a:t>Источник: https://bible.by/syn/43/11/. Синодальный перевод — общественное достояние. Полное Ин. 11:1–45. Дополнительная опора учителю: Ин. 11:5–6, 25–27, 35, 41–45 — любовь Христа, Его слова и молитва. Современные случаи и молитва авторские. Иллюстрация: Личная молитва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12. 2 мин.</a:t>
            </a:r>
          </a:p>
          <a:p xmlns:a="http://schemas.openxmlformats.org/drawingml/2006/main">
            <a:r>
              <a:t>Реплика: Заверши две фразы: «В истории Лазаря я увидел во Христе…» и «В ожидании я могу…». Назови один шаг и человека, к которому можно обратиться.</a:t>
            </a:r>
          </a:p>
          <a:p xmlns:a="http://schemas.openxmlformats.org/drawingml/2006/main">
            <a:r>
              <a:t>Как провести: Выслушайте два коротких ответа. Каждый отмечает следующий шаг и время. На следующей встрече можно добровольно обсудить свою попытку и поддержку, которая ещё нужна.</a:t>
            </a:r>
          </a:p>
          <a:p xmlns:a="http://schemas.openxmlformats.org/drawingml/2006/main">
            <a:r>
              <a:t>Вопрос: Что история помогает помнить о Христе, даже когда срок ответа неизвестен?</a:t>
            </a:r>
          </a:p>
          <a:p xmlns:a="http://schemas.openxmlformats.org/drawingml/2006/main">
            <a:r>
              <a:t>Ориентир: Христос любит, разделяет скорбь и говорит о воскресении и жизни. В этой истории Он воскресил Лазаря. Доверие Богу помогает продолжать молитву и поддерживать человека сегодня.</a:t>
            </a:r>
          </a:p>
          <a:p xmlns:a="http://schemas.openxmlformats.org/drawingml/2006/main">
            <a:r>
              <a:t>Ритм: 1 минута — ответы; 1 минута — шаг и завершение.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https://bible.by/syn/43/11/. Синодальный перевод — общественное достояние. Полное Ин. 11:1–45. Дополнительная опора учителю: Ин. 11:5–6, 25–27, 35, 41–45 — любовь Христа, Его слова и молитва. Современные случаи и молитва авторские. Иллюстрация: Продолжать с доверием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362c64166448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390c100544498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20c16441d54d5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c16f35cf19404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cc7751fc73483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fec36d4c0446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6D41D68-1935-43AC-8ABA-57C5CCE2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BB84EB1-B78E-48BC-AA80-092AD3CDFB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5BA8BB6D-75A1-4F27-BF05-1D3538DE58F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90F67F1-5B74-4C48-A72E-4AAD688E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1ACEEEE-4600-443E-ACCF-05B19E788E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1C8554F-E8B5-4B19-AB7D-F417E26D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F951B96-00E7-4076-8319-D0C8D42F51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465112E3-65E8-4D21-ABC9-6B4665EF7A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5D9CDBA-755B-4389-B293-D639C7B5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21B9EAE-C441-4D80-99CB-786C4E3A44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D9EED7C-07FB-4369-BF5C-A117AEB7A6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9D890E6-9514-4666-A049-AE0031DFA88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10DC152-A57E-4D93-B487-8124FC7F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9FB6703-4DFE-4F27-A9D6-8B5B890266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7B67C9F-B5B3-4204-A4EE-568C7B6942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25de45b8dd4deb" /><Relationship Type="http://schemas.openxmlformats.org/officeDocument/2006/relationships/slideLayout" Target="/ppt/slideLayouts/slideLayout1.xml" Id="Rb8e1fa3fdd4c4a13" /><Relationship Type="http://schemas.openxmlformats.org/officeDocument/2006/relationships/slideLayout" Target="/ppt/slideLayouts/slideLayout2.xml" Id="Rfd2f7f7fd4954fdd" /><Relationship Type="http://schemas.openxmlformats.org/officeDocument/2006/relationships/slideLayout" Target="/ppt/slideLayouts/slideLayout3.xml" Id="Rd4bc05a7c21d4158" /><Relationship Type="http://schemas.openxmlformats.org/officeDocument/2006/relationships/slideLayout" Target="/ppt/slideLayouts/slideLayout4.xml" Id="R4e6d6070d6284728" /><Relationship Type="http://schemas.openxmlformats.org/officeDocument/2006/relationships/slideLayout" Target="/ppt/slideLayouts/slideLayout5.xml" Id="R7ea99ac71bae47d2" /><Relationship Type="http://schemas.openxmlformats.org/officeDocument/2006/relationships/slideLayout" Target="/ppt/slideLayouts/slideLayout6.xml" Id="Rd511fa5d55af47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e1fa3fdd4c4a13"/>
    <p:sldLayoutId xmlns:r="http://schemas.openxmlformats.org/officeDocument/2006/relationships" id="2147483650" r:id="Rfd2f7f7fd4954fdd"/>
    <p:sldLayoutId xmlns:r="http://schemas.openxmlformats.org/officeDocument/2006/relationships" id="2147483651" r:id="Rd4bc05a7c21d4158"/>
    <p:sldLayoutId xmlns:r="http://schemas.openxmlformats.org/officeDocument/2006/relationships" id="2147483652" r:id="R4e6d6070d6284728"/>
    <p:sldLayoutId xmlns:r="http://schemas.openxmlformats.org/officeDocument/2006/relationships" id="2147483653" r:id="R7ea99ac71bae47d2"/>
    <p:sldLayoutId xmlns:r="http://schemas.openxmlformats.org/officeDocument/2006/relationships" id="2147483654" r:id="Rd511fa5d55af47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b9f0b85c15480e" /><Relationship Type="http://schemas.openxmlformats.org/officeDocument/2006/relationships/image" Target="/ppt/media/image.jpeg" Id="Raeacc51aefe94e3b" /><Relationship Type="http://schemas.openxmlformats.org/officeDocument/2006/relationships/notesSlide" Target="/ppt/notesSlides/notesSlide1.xml" Id="R699ef69efe8c49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2ef124d6524ede" /><Relationship Type="http://schemas.openxmlformats.org/officeDocument/2006/relationships/image" Target="/ppt/media/image2.jpeg" Id="R6d2e7a2cb86c4b11" /><Relationship Type="http://schemas.openxmlformats.org/officeDocument/2006/relationships/notesSlide" Target="/ppt/notesSlides/notesSlide2.xml" Id="R73c0194a407e4f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a13bd903b54aff" /><Relationship Type="http://schemas.openxmlformats.org/officeDocument/2006/relationships/image" Target="/ppt/media/image3.jpeg" Id="Ra05db6db972e4599" /><Relationship Type="http://schemas.openxmlformats.org/officeDocument/2006/relationships/notesSlide" Target="/ppt/notesSlides/notesSlide3.xml" Id="R4af0d0792ea041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a738d5c53c4324" /><Relationship Type="http://schemas.openxmlformats.org/officeDocument/2006/relationships/image" Target="/ppt/media/image4.jpeg" Id="R225d58fe2b3a4c30" /><Relationship Type="http://schemas.openxmlformats.org/officeDocument/2006/relationships/notesSlide" Target="/ppt/notesSlides/notesSlide4.xml" Id="R1c2ffce6158241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6fdf406790438f" /><Relationship Type="http://schemas.openxmlformats.org/officeDocument/2006/relationships/image" Target="/ppt/media/image5.jpeg" Id="Rf949a675cfb44019" /><Relationship Type="http://schemas.openxmlformats.org/officeDocument/2006/relationships/notesSlide" Target="/ppt/notesSlides/notesSlide5.xml" Id="Rb2a9276704b448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41792908df4d78" /><Relationship Type="http://schemas.openxmlformats.org/officeDocument/2006/relationships/image" Target="/ppt/media/image6.jpeg" Id="R6198673174614918" /><Relationship Type="http://schemas.openxmlformats.org/officeDocument/2006/relationships/notesSlide" Target="/ppt/notesSlides/notesSlide6.xml" Id="Re66a53c2350943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e5ac9b7a5548e1" /><Relationship Type="http://schemas.openxmlformats.org/officeDocument/2006/relationships/image" Target="/ppt/media/image7.jpeg" Id="R8cd585a9ae7c4b5c" /><Relationship Type="http://schemas.openxmlformats.org/officeDocument/2006/relationships/notesSlide" Target="/ppt/notesSlides/notesSlide7.xml" Id="R98f41a11f505401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f32a15e9ba4c08" /><Relationship Type="http://schemas.openxmlformats.org/officeDocument/2006/relationships/image" Target="/ppt/media/image8.jpeg" Id="R2874148282174d7b" /><Relationship Type="http://schemas.openxmlformats.org/officeDocument/2006/relationships/notesSlide" Target="/ppt/notesSlides/notesSlide8.xml" Id="R459b270eb671400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6084dedcda49a9" /><Relationship Type="http://schemas.openxmlformats.org/officeDocument/2006/relationships/image" Target="/ppt/media/image9.jpeg" Id="Re675d75f744d4c03" /><Relationship Type="http://schemas.openxmlformats.org/officeDocument/2006/relationships/notesSlide" Target="/ppt/notesSlides/notesSlide9.xml" Id="R97609aff261844e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0ee929d631424c" /><Relationship Type="http://schemas.openxmlformats.org/officeDocument/2006/relationships/image" Target="/ppt/media/image10.jpeg" Id="R13950fc46c2e4a79" /><Relationship Type="http://schemas.openxmlformats.org/officeDocument/2006/relationships/notesSlide" Target="/ppt/notesSlides/notesSlide10.xml" Id="R02b8b7f321ce457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a614bd32654cd8" /><Relationship Type="http://schemas.openxmlformats.org/officeDocument/2006/relationships/image" Target="/ppt/media/image11.jpeg" Id="Rb87b853f981f4d58" /><Relationship Type="http://schemas.openxmlformats.org/officeDocument/2006/relationships/notesSlide" Target="/ppt/notesSlides/notesSlide11.xml" Id="R0ecb66a028a74dd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01931e367c4744" /><Relationship Type="http://schemas.openxmlformats.org/officeDocument/2006/relationships/image" Target="/ppt/media/image12.jpeg" Id="R6aa477a227d249f5" /><Relationship Type="http://schemas.openxmlformats.org/officeDocument/2006/relationships/notesSlide" Target="/ppt/notesSlides/notesSlide12.xml" Id="Rd27e117d6b8644b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acc51aefe94e3b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51706D-43D4-43D7-80B3-811BA283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47750"/>
            <a:ext cx="5048250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975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Почему Бог</a:t>
            </a:r>
          </a:p>
          <a:p xmlns:a="http://schemas.openxmlformats.org/drawingml/2006/main">
            <a:pPr>
              <a:defRPr sz="3975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975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не отвечает</a:t>
            </a:r>
          </a:p>
          <a:p xmlns:a="http://schemas.openxmlformats.org/drawingml/2006/main">
            <a:pPr>
              <a:defRPr sz="3975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975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сразу?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B79841-2EDA-4C95-A44D-619F6F94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419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Молитва и ожидание</a:t>
            </a:r>
          </a:p>
          <a:p xmlns:a="http://schemas.openxmlformats.org/drawingml/2006/main">
            <a:pPr>
              <a:defRPr sz="21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История Лазаря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AC46B8-04BD-4B1F-85BE-09226F53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4810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12–15 лет · 45 минут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EB16AF-77A3-4EE3-ADD5-A06C867F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91200"/>
            <a:ext cx="4810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Ин. 11:1–45</a:t>
            </a:r>
          </a:p>
        </p:txBody>
      </p:sp>
    </p:spTree>
    <p:extLst>
      <p:ext uri="{BB962C8B-B14F-4D97-AF65-F5344CB8AC3E}">
        <p14:creationId xmlns:p14="http://schemas.microsoft.com/office/powerpoint/2010/main" val="5838700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73B9A0-6C1A-4DE2-87AC-F1DB25FE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Воскрешение Лазаря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2e7a2cb86c4b11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BDE238-A168-4761-86F6-A463944B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Ин. 11:1–45.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Просьба сестёр.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Два дня на прежнем месте.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Встречи со Христом.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Его слёзы и молитва.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Лазарь выходит.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Читаем весь рассказ.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AC7FC8-00E1-4B27-A3E6-B3A31099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После всех сорока пяти стихов сразу сценка.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46D0CE-FC5B-4506-9863-8AD8E1B1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221806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13F862-C833-4BD6-AA1A-FF1AD8E4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Просьба, ожидание и встреча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5db6db972e4599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665F04-5DF3-4907-99B5-9CEB0FE3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«Я есмь воскресение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и жизнь».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«Лазарь! иди вон».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«Развяжите его,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пусть идёт».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Ин. 11:25, 43–44.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4C1005-29BC-4FC1-A217-64D5DCCF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Шесть ролей. Обсуждение после полного финала.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7FF605-4851-457F-AFE5-97B9B90A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58297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186F24-FF3E-4577-8938-BB9661BF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Любовь Христа и наша печаль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5d58fe2b3a4c30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FF8D85-962C-40E6-A1A5-01FC76E7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Иисус любил эту семью.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Он прослезился.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Марфа говорит о боли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и исповедует веру.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Можно обратиться к Богу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со своей печалью.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2D8C7E-2986-43C6-A7C4-90D07244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Ин. 11:5–6, 25–27, 35.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D2F228-29FC-4310-A0FB-9AB3DE07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623320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2F0D64-BD44-4055-AA2F-208950B1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Порядок истории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49a675cfb44019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FD16E-5BEE-4C8E-9F85-B9C4346D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Просьба сестёр.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Два дня и дорога.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Встречи и слёзы.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Молитва и Лазарь.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 чему относятся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два дня и четыре дня?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A96C37-5F88-4379-A6F2-E533748C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Четыре карточки и два поля записи.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735401-D0AC-4914-B656-A6872282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108196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E27284-0566-4FB1-904F-434B59A0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Слова, которые поддерживают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98673174614918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B1E92A-E87A-48E2-B9C9-5506AC82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Поддерживает.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Ранит.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Нужно уточнить.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Что я знаю?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Что могу пообещать?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Какой вопрос задам?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FE7B29-603A-4364-B50C-9DC3355D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Если условий не хватает, сначала уточняем.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90E48B-CFEC-4B9F-BE01-B80ED140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197694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E535CF-DCF1-496B-9B8A-8995B881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Разговор в парах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d585a9ae7c4b5c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528205-890A-43B5-B92D-E6C10894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«Мне страшно ждать».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«Я готов выслушать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тебя сегодня».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Что я могу сделать?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Поменяйтесь ролями.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000947-9B91-41E9-9168-1441FC01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Слушаем и обещаем посильное действие.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6751DE-F899-4FE5-981E-A62CC46C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083789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D8D904-9066-456D-B006-B77633EF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Друг в новой школе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74148282174d7b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C7A1A6-5A65-4083-BB86-2C23976B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Другу одиноко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в новой школе.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Аня молится о нём.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Ответа пока нет.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Четыре сведения.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Как поддержать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без давления?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609A7A-2E9E-4BCF-A9B1-7A6A1F98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Первый план. Услышьте все четыре сведения.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FC089E-9530-4B48-959A-BC0E3665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446640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F5727A-EDBE-427E-824C-EC879D8E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Теперь он просит помощи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75d75f744d4c03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373A94-0DE7-4B18-8614-9E9F7D01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Пришло сообщение: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«Давай поговорим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после уроков.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Поможешь попросить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учителя о поддержке?»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Что добавим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во второй план?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BE3C00-0224-4F64-8AAA-72EF8320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Первый план сохраняем. Второй дописываем.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DB000B-A335-4F9F-A0C0-5784F3A1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402933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497CF8-02F0-4D6F-9955-21D70A03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Поддержка без обещания результата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950fc46c2e4a79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A535A4-3275-40FD-B877-A5EBAE49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«Я могу поговорить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с тобой после уроков.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Давай вместе попросим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учителя помочь».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Какой следующий шаг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в наших силах?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6C36FC-D61B-4BA8-BB59-7F9EDEEA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Молитва и помощь человеку могут быть рядом.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F65E52-C476-41D0-A523-5E2C7CC8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783064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C5ED69-E65F-40DA-91E0-43D66545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Моя молитва и сегодняшний шаг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7b853f981f4d58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A32D1F-3DED-4923-BFB0-CEB37992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О чём прошу?</a:t>
            </a:r>
          </a:p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Что чувствую?</a:t>
            </a:r>
          </a:p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Чего пока не знаю?</a:t>
            </a:r>
          </a:p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Что могу сегодня?</a:t>
            </a:r>
          </a:p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Кто поможет?</a:t>
            </a:r>
          </a:p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Когда сделаю шаг?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3F784F-017E-4254-868D-2C7EE1F7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Господи, помоги мне доверять Тебе в ожидании.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9A7E5C-6B64-4E13-A6DC-DA655A54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873846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81ECBB-39CF-4762-88EC-DD3E2174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С доверием в ожидании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a477a227d249f5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174A3B-E12E-4805-AB59-23A0164E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«В истории Лазаря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я увидел во Христе…»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«В ожидании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я могу…»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Мой шаг и поддержка.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4AAE6B-6309-4F24-AF20-3BF52D96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Один шаг сегодня. Разговор с тем, кто поддержит.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A81FBA-40F3-433F-8715-96F37998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336985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2026-10-03T20:55:40.8070000Z</dcterms:created>
  <dcterms:modified xsi:type="dcterms:W3CDTF">2026-10-03T20:55:40.8070000Z</dcterms:modified>
</coreProperties>
</file>